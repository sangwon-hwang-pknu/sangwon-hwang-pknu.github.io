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25" r:id="rId2"/>
    <p:sldId id="835" r:id="rId3"/>
    <p:sldId id="836" r:id="rId4"/>
    <p:sldId id="826" r:id="rId5"/>
    <p:sldId id="827" r:id="rId6"/>
    <p:sldId id="833" r:id="rId7"/>
    <p:sldId id="834" r:id="rId8"/>
    <p:sldId id="831" r:id="rId9"/>
    <p:sldId id="832" r:id="rId10"/>
    <p:sldId id="829" r:id="rId11"/>
    <p:sldId id="830" r:id="rId12"/>
    <p:sldId id="837" r:id="rId13"/>
    <p:sldId id="838" r:id="rId14"/>
    <p:sldId id="839" r:id="rId15"/>
    <p:sldId id="840" r:id="rId16"/>
    <p:sldId id="842" r:id="rId17"/>
    <p:sldId id="843" r:id="rId18"/>
    <p:sldId id="848" r:id="rId19"/>
    <p:sldId id="849" r:id="rId20"/>
    <p:sldId id="850" r:id="rId21"/>
    <p:sldId id="851" r:id="rId22"/>
    <p:sldId id="876" r:id="rId23"/>
    <p:sldId id="879" r:id="rId24"/>
    <p:sldId id="878" r:id="rId25"/>
    <p:sldId id="880" r:id="rId26"/>
    <p:sldId id="884" r:id="rId27"/>
    <p:sldId id="883" r:id="rId28"/>
    <p:sldId id="88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9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17303-F44F-7726-3527-51FDF196C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0DA0D-A726-0AA4-B565-28E2060E4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19412-6C8A-F3E1-FBAC-875D4D4D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B33B4-9BCC-C515-DAC7-5665F417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C6786E-E48C-BC70-A4FF-8A162487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24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47D7C-1973-DDD4-20CF-D622D16A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DCA6FC-0409-B3BC-FEE6-23012A015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F8B0F-7DDA-31FC-11B0-F6FF30A3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C394D-1589-0EDC-9227-1A867996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EE823-37A2-A8C0-77D0-A860708D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95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63F32-A4BF-D4E0-3270-CA733699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6EB52-4A21-A149-7F46-339E2C7C7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EBE33-617E-A017-72D9-8B65EF63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1F1B0-CF13-358F-5011-0B44A43B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3D2A5-F7CE-7EE4-7519-2A221A3E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66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3B7BC-E947-7E73-6299-E90DDFC5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237D5-DF10-B077-2A74-8FFC2953F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A36F9-034B-4B87-D3BE-9A8EECCA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A9304A-4AFC-07DE-2E3A-9EFAD254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2028EB-588B-BCD2-B4B0-F13D677D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51C4CD-C276-6BB6-D2D5-11DAF202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4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574E5-4DB8-DD76-A1FA-932030B7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C0C33-FE6C-3996-721A-A3920147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72D3AA-91BF-2FB4-BAB6-079D56A8F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4AC01A-3695-6AE6-3F90-D9BF13971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501D0C-18E1-9761-0052-38BA0BCBF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A51B3-F72B-2AB1-6EA7-02032541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94475F-7C1D-23B6-025D-C387C226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DE1E50-4157-E0CF-3A24-9015E8CB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2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7682B-3644-649C-C7E0-A9E9104C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116683-5E70-B874-3BC0-458D08E1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17270E-21AF-7A5D-731F-F071C6BC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E7825-9B8F-13F4-63F8-CC66F4D1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8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008EBB-3367-221C-5404-0BAB2AD6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3AE0FD-3470-E31F-F1C8-6923DDB0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F12F0-AB8C-6EC6-B536-20548F2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35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06FE2-3E55-695F-7ED3-2E79746A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2CCD3-0D3D-A210-49B5-C7E3172C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9FDA1B-F888-5539-6C5F-B4B212DD1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21A3E-FDE4-FB02-24C0-117ADD18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8C7EAC-E91E-6BC5-172A-0737BF88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05DDEE-66D0-65D9-3F09-BC8376AF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83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265F4-9753-968C-481B-F8A9E892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54A918-5583-BF05-AB4B-B37957E9A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5D6FC7-E13E-DFBD-0E06-ACADBA9B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EDDB87-765A-73E5-1C5D-405D734A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914461-173B-5AA4-EF63-034CADB8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04AE63-0982-8A3A-E2A1-2ED84384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9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E5E81-BD4C-ADCD-08E4-04D04317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F7197C-0EC7-4686-9629-1E653935B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E5D81-4FDF-D9C5-FFF9-BB82EF9D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EAA4C-69E7-A8CB-C681-019014F7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E0DFC-F193-42A7-CE2A-2F821469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66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986121-E247-68AB-8D64-26BAF64A6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2323E7-B653-6A60-31CD-CC215AF3E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7A470-DE25-0449-38A5-679C365F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78ADF-104D-377B-2202-585937753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8AC63-27F0-0080-0CFA-830AF49D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25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6C1AA4-4BC0-5C3E-ED54-F69A1701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6F7418-EA22-5912-5136-2988760A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5B81E-05E4-7629-70FC-96EBF43EF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9FD1F-2C3E-479A-A105-F1182BE28A9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37A22-F404-1A49-D314-F0D5FDA9C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E053E1-DFBA-3293-DDED-BE354CB66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962BE-E37A-4249-83A1-2DF9A8B80B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0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1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34.svg"/><Relationship Id="rId7" Type="http://schemas.openxmlformats.org/officeDocument/2006/relationships/image" Target="../media/image11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4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4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3" Type="http://schemas.openxmlformats.org/officeDocument/2006/relationships/image" Target="../media/image43.png"/><Relationship Id="rId7" Type="http://schemas.openxmlformats.org/officeDocument/2006/relationships/image" Target="../media/image3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9BD28-A2BF-5462-2487-492EB4D8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7" b="2777"/>
          <a:stretch>
            <a:fillRect/>
          </a:stretch>
        </p:blipFill>
        <p:spPr>
          <a:xfrm>
            <a:off x="1246909" y="190499"/>
            <a:ext cx="9698181" cy="647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5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EA17187-DEAC-F815-2902-7006D2356382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8D1F8A3-40C4-E666-F4A0-CD4A8CB0500C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" name="그림 2" descr="그래픽, 폰트, 상징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9366C44-33F3-9E22-8D9B-44B63CACD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40" b="9555"/>
            <a:stretch>
              <a:fillRect/>
            </a:stretch>
          </p:blipFill>
          <p:spPr>
            <a:xfrm>
              <a:off x="1946910" y="94347"/>
              <a:ext cx="8298180" cy="6688800"/>
            </a:xfrm>
            <a:custGeom>
              <a:avLst/>
              <a:gdLst>
                <a:gd name="connsiteX0" fmla="*/ 0 w 8298180"/>
                <a:gd name="connsiteY0" fmla="*/ 0 h 6688800"/>
                <a:gd name="connsiteX1" fmla="*/ 8298180 w 8298180"/>
                <a:gd name="connsiteY1" fmla="*/ 0 h 6688800"/>
                <a:gd name="connsiteX2" fmla="*/ 8298180 w 8298180"/>
                <a:gd name="connsiteY2" fmla="*/ 6688800 h 6688800"/>
                <a:gd name="connsiteX3" fmla="*/ 0 w 8298180"/>
                <a:gd name="connsiteY3" fmla="*/ 6688800 h 668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98180" h="6688800">
                  <a:moveTo>
                    <a:pt x="0" y="0"/>
                  </a:moveTo>
                  <a:lnTo>
                    <a:pt x="8298180" y="0"/>
                  </a:lnTo>
                  <a:lnTo>
                    <a:pt x="8298180" y="6688800"/>
                  </a:lnTo>
                  <a:lnTo>
                    <a:pt x="0" y="66888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0642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E1212E-374F-AB2E-09C2-A889B8D5D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3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A2593EEF-574B-EDC9-9DC2-887C435B650D}"/>
              </a:ext>
            </a:extLst>
          </p:cNvPr>
          <p:cNvSpPr/>
          <p:nvPr/>
        </p:nvSpPr>
        <p:spPr>
          <a:xfrm>
            <a:off x="1111181" y="94347"/>
            <a:ext cx="10033138" cy="668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F6571F-8604-6F23-E361-E2F27A3BC42B}"/>
              </a:ext>
            </a:extLst>
          </p:cNvPr>
          <p:cNvSpPr/>
          <p:nvPr/>
        </p:nvSpPr>
        <p:spPr>
          <a:xfrm>
            <a:off x="2063951" y="2245545"/>
            <a:ext cx="2371719" cy="237171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6E67984-F7FF-3666-13E3-35CAC430ECEF}"/>
              </a:ext>
            </a:extLst>
          </p:cNvPr>
          <p:cNvSpPr/>
          <p:nvPr/>
        </p:nvSpPr>
        <p:spPr>
          <a:xfrm>
            <a:off x="7644505" y="2245545"/>
            <a:ext cx="2371719" cy="2371719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1486309-4716-198D-A280-AA1846D6584A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rot="5400000" flipH="1" flipV="1">
            <a:off x="6027144" y="-544732"/>
            <a:ext cx="39857" cy="5580554"/>
          </a:xfrm>
          <a:prstGeom prst="bentConnector3">
            <a:avLst>
              <a:gd name="adj1" fmla="val 180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2C3222B-EF6C-5275-059A-6359128F3BDC}"/>
              </a:ext>
            </a:extLst>
          </p:cNvPr>
          <p:cNvCxnSpPr>
            <a:cxnSpLocks/>
            <a:stCxn id="5" idx="4"/>
          </p:cNvCxnSpPr>
          <p:nvPr/>
        </p:nvCxnSpPr>
        <p:spPr>
          <a:xfrm rot="5400000">
            <a:off x="6027146" y="1826987"/>
            <a:ext cx="39857" cy="5580554"/>
          </a:xfrm>
          <a:prstGeom prst="bent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그래픽 59" descr="지구본: 아메리카 단색으로 채워진">
            <a:extLst>
              <a:ext uri="{FF2B5EF4-FFF2-40B4-BE49-F238E27FC236}">
                <a16:creationId xmlns:a16="http://schemas.microsoft.com/office/drawing/2014/main" id="{767675C1-E53F-0927-06AE-830CC08EC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11" y="2370784"/>
            <a:ext cx="2156108" cy="21561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87765DF-32E1-6386-5DB9-BC3C18D57FE3}"/>
              </a:ext>
            </a:extLst>
          </p:cNvPr>
          <p:cNvSpPr txBox="1"/>
          <p:nvPr/>
        </p:nvSpPr>
        <p:spPr>
          <a:xfrm>
            <a:off x="2057779" y="1746676"/>
            <a:ext cx="1176476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ko-KR" altLang="en-US" sz="2400" b="1" dirty="0">
              <a:solidFill>
                <a:srgbClr val="4472C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4C0054-1BAC-7B9A-0FA9-F568FE10D728}"/>
              </a:ext>
            </a:extLst>
          </p:cNvPr>
          <p:cNvSpPr txBox="1"/>
          <p:nvPr/>
        </p:nvSpPr>
        <p:spPr>
          <a:xfrm>
            <a:off x="8839889" y="4584377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ko-KR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0830C90-0293-52EB-4C91-ADDDA985D76B}"/>
              </a:ext>
            </a:extLst>
          </p:cNvPr>
          <p:cNvSpPr/>
          <p:nvPr/>
        </p:nvSpPr>
        <p:spPr>
          <a:xfrm>
            <a:off x="5134434" y="877662"/>
            <a:ext cx="1811305" cy="13484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D273433-8B3E-F436-8179-665F05CAA162}"/>
              </a:ext>
            </a:extLst>
          </p:cNvPr>
          <p:cNvSpPr/>
          <p:nvPr/>
        </p:nvSpPr>
        <p:spPr>
          <a:xfrm>
            <a:off x="4442654" y="4638015"/>
            <a:ext cx="3208835" cy="134845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A984BC-D07E-215B-EA16-725AE3B7BC22}"/>
              </a:ext>
            </a:extLst>
          </p:cNvPr>
          <p:cNvSpPr txBox="1"/>
          <p:nvPr/>
        </p:nvSpPr>
        <p:spPr>
          <a:xfrm>
            <a:off x="4728921" y="6003772"/>
            <a:ext cx="103188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4AB3C38-C36A-1E72-743A-4E15B064CCB2}"/>
              </a:ext>
            </a:extLst>
          </p:cNvPr>
          <p:cNvCxnSpPr>
            <a:cxnSpLocks/>
            <a:stCxn id="68" idx="0"/>
            <a:endCxn id="68" idx="2"/>
          </p:cNvCxnSpPr>
          <p:nvPr/>
        </p:nvCxnSpPr>
        <p:spPr>
          <a:xfrm>
            <a:off x="6047072" y="4638015"/>
            <a:ext cx="0" cy="13484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BF8F7F5-991A-3116-658F-0886098FA7DA}"/>
              </a:ext>
            </a:extLst>
          </p:cNvPr>
          <p:cNvSpPr txBox="1"/>
          <p:nvPr/>
        </p:nvSpPr>
        <p:spPr>
          <a:xfrm>
            <a:off x="6070675" y="5996368"/>
            <a:ext cx="142686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9ACA21-5997-6DC1-1DD4-3F313CC1E600}"/>
              </a:ext>
            </a:extLst>
          </p:cNvPr>
          <p:cNvSpPr txBox="1"/>
          <p:nvPr/>
        </p:nvSpPr>
        <p:spPr>
          <a:xfrm>
            <a:off x="5415985" y="366045"/>
            <a:ext cx="1255825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그래픽 84" descr="과녁 단색으로 채워진">
            <a:extLst>
              <a:ext uri="{FF2B5EF4-FFF2-40B4-BE49-F238E27FC236}">
                <a16:creationId xmlns:a16="http://schemas.microsoft.com/office/drawing/2014/main" id="{0DF23AF1-0684-2796-7AE8-6A6214DE5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415" y="4703709"/>
            <a:ext cx="1217066" cy="1217066"/>
          </a:xfrm>
          <a:prstGeom prst="rect">
            <a:avLst/>
          </a:prstGeom>
        </p:spPr>
      </p:pic>
      <p:pic>
        <p:nvPicPr>
          <p:cNvPr id="87" name="그래픽 86" descr="실행 단색으로 채워진">
            <a:extLst>
              <a:ext uri="{FF2B5EF4-FFF2-40B4-BE49-F238E27FC236}">
                <a16:creationId xmlns:a16="http://schemas.microsoft.com/office/drawing/2014/main" id="{BDF221D3-4323-28BA-5408-2360E6816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1654" y="4759030"/>
            <a:ext cx="1106424" cy="1106424"/>
          </a:xfrm>
          <a:prstGeom prst="rect">
            <a:avLst/>
          </a:prstGeom>
        </p:spPr>
      </p:pic>
      <p:pic>
        <p:nvPicPr>
          <p:cNvPr id="89" name="그래픽 88" descr="톱니바퀴 단색으로 채워진">
            <a:extLst>
              <a:ext uri="{FF2B5EF4-FFF2-40B4-BE49-F238E27FC236}">
                <a16:creationId xmlns:a16="http://schemas.microsoft.com/office/drawing/2014/main" id="{EFDD6DFE-D2C8-42CE-C314-CEF08DAFA0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0746" y="815565"/>
            <a:ext cx="1472650" cy="1472650"/>
          </a:xfrm>
          <a:prstGeom prst="rect">
            <a:avLst/>
          </a:prstGeom>
        </p:spPr>
      </p:pic>
      <p:pic>
        <p:nvPicPr>
          <p:cNvPr id="11" name="그래픽 10" descr="인공 지능 단색으로 채워진">
            <a:extLst>
              <a:ext uri="{FF2B5EF4-FFF2-40B4-BE49-F238E27FC236}">
                <a16:creationId xmlns:a16="http://schemas.microsoft.com/office/drawing/2014/main" id="{F43F26AD-331F-4BB8-E737-6A124D7951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79151" y="2363315"/>
            <a:ext cx="2156108" cy="21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4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C1E483A-C907-5689-7815-A686A854F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2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E9D9FE-AFDC-7897-BD7B-2B318C22DB36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742946F-5D61-B4C2-6A30-3E50DEA04F65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D9F16F72-849C-31E3-F17B-66228D231598}"/>
                </a:ext>
              </a:extLst>
            </p:cNvPr>
            <p:cNvCxnSpPr/>
            <p:nvPr/>
          </p:nvCxnSpPr>
          <p:spPr>
            <a:xfrm>
              <a:off x="3157268" y="836941"/>
              <a:ext cx="5710687" cy="0"/>
            </a:xfrm>
            <a:prstGeom prst="straightConnector1">
              <a:avLst/>
            </a:prstGeom>
            <a:ln w="508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2EFA0150-C527-0F29-91EC-8E98D541210F}"/>
                </a:ext>
              </a:extLst>
            </p:cNvPr>
            <p:cNvCxnSpPr/>
            <p:nvPr/>
          </p:nvCxnSpPr>
          <p:spPr>
            <a:xfrm>
              <a:off x="3157268" y="5974869"/>
              <a:ext cx="5710687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D05504-5FFF-A2D4-3DB3-2F1C2E87F421}"/>
                </a:ext>
              </a:extLst>
            </p:cNvPr>
            <p:cNvSpPr txBox="1"/>
            <p:nvPr/>
          </p:nvSpPr>
          <p:spPr>
            <a:xfrm>
              <a:off x="4995377" y="332056"/>
              <a:ext cx="2201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 Forward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E6337E-2EDB-8072-FF25-B849765018D3}"/>
                </a:ext>
              </a:extLst>
            </p:cNvPr>
            <p:cNvSpPr txBox="1"/>
            <p:nvPr/>
          </p:nvSpPr>
          <p:spPr>
            <a:xfrm>
              <a:off x="4727369" y="6037531"/>
              <a:ext cx="2800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 Propagation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BF3C2D87-0031-8B97-761D-CA87092D1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320" r="7203"/>
            <a:stretch>
              <a:fillRect/>
            </a:stretch>
          </p:blipFill>
          <p:spPr>
            <a:xfrm>
              <a:off x="1514474" y="682270"/>
              <a:ext cx="9363075" cy="55129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1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DF0BCC1-D269-F14C-5FA2-3809FD39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3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7134-D7C8-44BA-443C-5B1A6468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38A5943F-5F80-2E07-2E04-3C2A0B02ACF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3C71E8A-DBBF-54D0-0D4C-CD11F5C262AF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3C18120-37BD-398C-DB56-22DA3A31A04E}"/>
                </a:ext>
              </a:extLst>
            </p:cNvPr>
            <p:cNvSpPr/>
            <p:nvPr/>
          </p:nvSpPr>
          <p:spPr>
            <a:xfrm>
              <a:off x="2063951" y="2245545"/>
              <a:ext cx="2371719" cy="2371719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497C678-D896-4944-3566-925F4C12AEE9}"/>
                </a:ext>
              </a:extLst>
            </p:cNvPr>
            <p:cNvSpPr/>
            <p:nvPr/>
          </p:nvSpPr>
          <p:spPr>
            <a:xfrm>
              <a:off x="7644505" y="2245545"/>
              <a:ext cx="2371719" cy="2371719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95B41F40-BF4E-A7A8-4575-B24E1385E441}"/>
                </a:ext>
              </a:extLst>
            </p:cNvPr>
            <p:cNvCxnSpPr>
              <a:cxnSpLocks/>
              <a:stCxn id="4" idx="0"/>
              <a:endCxn id="5" idx="0"/>
            </p:cNvCxnSpPr>
            <p:nvPr/>
          </p:nvCxnSpPr>
          <p:spPr>
            <a:xfrm rot="5400000" flipH="1" flipV="1">
              <a:off x="6027144" y="-544732"/>
              <a:ext cx="39857" cy="5580554"/>
            </a:xfrm>
            <a:prstGeom prst="bentConnector3">
              <a:avLst>
                <a:gd name="adj1" fmla="val 180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연결선: 꺾임 9">
              <a:extLst>
                <a:ext uri="{FF2B5EF4-FFF2-40B4-BE49-F238E27FC236}">
                  <a16:creationId xmlns:a16="http://schemas.microsoft.com/office/drawing/2014/main" id="{D1D72201-B345-CB98-E56F-72B9398D765E}"/>
                </a:ext>
              </a:extLst>
            </p:cNvPr>
            <p:cNvCxnSpPr>
              <a:cxnSpLocks/>
              <a:stCxn id="5" idx="4"/>
              <a:endCxn id="4" idx="4"/>
            </p:cNvCxnSpPr>
            <p:nvPr/>
          </p:nvCxnSpPr>
          <p:spPr>
            <a:xfrm rot="5400000">
              <a:off x="6027146" y="1826987"/>
              <a:ext cx="39857" cy="5580554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D8CA7D-2F3C-CBE7-C7D2-82EF47AC5603}"/>
                </a:ext>
              </a:extLst>
            </p:cNvPr>
            <p:cNvSpPr txBox="1"/>
            <p:nvPr/>
          </p:nvSpPr>
          <p:spPr>
            <a:xfrm>
              <a:off x="2057779" y="1746676"/>
              <a:ext cx="117647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7082EF6-970A-688A-C756-A8935F70D75F}"/>
                </a:ext>
              </a:extLst>
            </p:cNvPr>
            <p:cNvSpPr txBox="1"/>
            <p:nvPr/>
          </p:nvSpPr>
          <p:spPr>
            <a:xfrm>
              <a:off x="8839889" y="4584377"/>
              <a:ext cx="20649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FB3E749-8A06-AE34-001E-3BE2E547AF25}"/>
                </a:ext>
              </a:extLst>
            </p:cNvPr>
            <p:cNvSpPr/>
            <p:nvPr/>
          </p:nvSpPr>
          <p:spPr>
            <a:xfrm>
              <a:off x="5134434" y="877662"/>
              <a:ext cx="1811305" cy="134845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10B76E64-9270-8C8A-AECE-5D492B1FF708}"/>
                </a:ext>
              </a:extLst>
            </p:cNvPr>
            <p:cNvSpPr/>
            <p:nvPr/>
          </p:nvSpPr>
          <p:spPr>
            <a:xfrm>
              <a:off x="4442654" y="4638015"/>
              <a:ext cx="3208835" cy="134845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6CC637-7EDE-37A5-0065-074004777682}"/>
                </a:ext>
              </a:extLst>
            </p:cNvPr>
            <p:cNvSpPr txBox="1"/>
            <p:nvPr/>
          </p:nvSpPr>
          <p:spPr>
            <a:xfrm>
              <a:off x="4737752" y="5996368"/>
              <a:ext cx="103188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F793952-E3CF-9ED2-C6EE-4536A0A05654}"/>
                </a:ext>
              </a:extLst>
            </p:cNvPr>
            <p:cNvSpPr txBox="1"/>
            <p:nvPr/>
          </p:nvSpPr>
          <p:spPr>
            <a:xfrm>
              <a:off x="6089725" y="5996368"/>
              <a:ext cx="142686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Reward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1D642D5-B78E-5C5C-1A0D-F19E3B83D001}"/>
                </a:ext>
              </a:extLst>
            </p:cNvPr>
            <p:cNvSpPr txBox="1"/>
            <p:nvPr/>
          </p:nvSpPr>
          <p:spPr>
            <a:xfrm>
              <a:off x="5415985" y="366045"/>
              <a:ext cx="125582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Action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그래픽 2" descr="게임 컨트롤러 단색으로 채워진">
              <a:extLst>
                <a:ext uri="{FF2B5EF4-FFF2-40B4-BE49-F238E27FC236}">
                  <a16:creationId xmlns:a16="http://schemas.microsoft.com/office/drawing/2014/main" id="{536BB9A0-30AA-B828-B902-CE33D014D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70700" y="889888"/>
              <a:ext cx="1338773" cy="133877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194908-0CFA-0477-9B85-E8A5E167D94F}"/>
                </a:ext>
              </a:extLst>
            </p:cNvPr>
            <p:cNvSpPr txBox="1"/>
            <p:nvPr/>
          </p:nvSpPr>
          <p:spPr>
            <a:xfrm>
              <a:off x="6227217" y="5060971"/>
              <a:ext cx="12314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latin typeface="Montserrat Medium" panose="00000600000000000000" pitchFamily="50" charset="0"/>
                </a:rPr>
                <a:t>K/D/A</a:t>
              </a:r>
              <a:endParaRPr lang="ko-KR" altLang="en-US" sz="2800" dirty="0">
                <a:latin typeface="Montserrat Medium" panose="00000600000000000000" pitchFamily="50" charset="0"/>
              </a:endParaRPr>
            </a:p>
          </p:txBody>
        </p:sp>
        <p:pic>
          <p:nvPicPr>
            <p:cNvPr id="30" name="그림 29" descr="상징, 로고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A52FB67-B97B-8535-2D08-97E4396EF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08" t="29160" r="11783" b="31689"/>
            <a:stretch>
              <a:fillRect/>
            </a:stretch>
          </p:blipFill>
          <p:spPr>
            <a:xfrm>
              <a:off x="4493746" y="4923382"/>
              <a:ext cx="1519896" cy="777720"/>
            </a:xfrm>
            <a:prstGeom prst="rect">
              <a:avLst/>
            </a:prstGeom>
          </p:spPr>
        </p:pic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1119D245-9842-8D4A-87D1-CEBE3A4EDF8A}"/>
                </a:ext>
              </a:extLst>
            </p:cNvPr>
            <p:cNvCxnSpPr>
              <a:cxnSpLocks/>
              <a:stCxn id="68" idx="0"/>
              <a:endCxn id="68" idx="2"/>
            </p:cNvCxnSpPr>
            <p:nvPr/>
          </p:nvCxnSpPr>
          <p:spPr>
            <a:xfrm>
              <a:off x="6047072" y="4638015"/>
              <a:ext cx="0" cy="134845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728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6702AEA2-F807-0D04-A677-4CDF6172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4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DBBA-8EA4-E0F9-13BF-F077FAD9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9FA793A9-9ABE-68A2-ED38-62CD203D352C}"/>
              </a:ext>
            </a:extLst>
          </p:cNvPr>
          <p:cNvSpPr/>
          <p:nvPr/>
        </p:nvSpPr>
        <p:spPr>
          <a:xfrm>
            <a:off x="609524" y="-240093"/>
            <a:ext cx="11036452" cy="73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B78F3A37-9945-54AA-32FF-95DFE955695F}"/>
              </a:ext>
            </a:extLst>
          </p:cNvPr>
          <p:cNvGrpSpPr/>
          <p:nvPr/>
        </p:nvGrpSpPr>
        <p:grpSpPr>
          <a:xfrm>
            <a:off x="4446955" y="379731"/>
            <a:ext cx="3354828" cy="1909463"/>
            <a:chOff x="4472355" y="474981"/>
            <a:chExt cx="3354828" cy="1909463"/>
          </a:xfrm>
        </p:grpSpPr>
        <p:grpSp>
          <p:nvGrpSpPr>
            <p:cNvPr id="488" name="그룹 487">
              <a:extLst>
                <a:ext uri="{FF2B5EF4-FFF2-40B4-BE49-F238E27FC236}">
                  <a16:creationId xmlns:a16="http://schemas.microsoft.com/office/drawing/2014/main" id="{B4A0E34F-EA9E-1764-CCC6-DC3BF34B9607}"/>
                </a:ext>
              </a:extLst>
            </p:cNvPr>
            <p:cNvGrpSpPr/>
            <p:nvPr/>
          </p:nvGrpSpPr>
          <p:grpSpPr>
            <a:xfrm>
              <a:off x="5099965" y="1186471"/>
              <a:ext cx="2086565" cy="950949"/>
              <a:chOff x="4957090" y="1462696"/>
              <a:chExt cx="2086565" cy="95094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EC79E725-53DD-27FD-5F96-0C7F0AC1B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957090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4C0F6E9C-FD6C-9EE9-556A-3AF274C61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32399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A82EB682-E157-2900-EC77-AC90124E0D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707708" y="1462697"/>
                <a:ext cx="960638" cy="950948"/>
              </a:xfrm>
              <a:prstGeom prst="rect">
                <a:avLst/>
              </a:prstGeom>
            </p:spPr>
          </p:pic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A1852920-4349-B8CE-DF14-EF6A9434C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589" b="95706" l="9290" r="88525">
                            <a14:foregroundMark x1="34426" y1="90798" x2="34426" y2="90798"/>
                            <a14:foregroundMark x1="35519" y1="95706" x2="35519" y2="95706"/>
                            <a14:foregroundMark x1="51366" y1="8589" x2="51366" y2="85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83017" y="1462696"/>
                <a:ext cx="960638" cy="950948"/>
              </a:xfrm>
              <a:prstGeom prst="rect">
                <a:avLst/>
              </a:prstGeom>
            </p:spPr>
          </p:pic>
        </p:grpSp>
        <p:sp>
          <p:nvSpPr>
            <p:cNvPr id="487" name="그래픽 485" descr="구름 윤곽선">
              <a:extLst>
                <a:ext uri="{FF2B5EF4-FFF2-40B4-BE49-F238E27FC236}">
                  <a16:creationId xmlns:a16="http://schemas.microsoft.com/office/drawing/2014/main" id="{4C599E32-6C6B-F799-F384-B0823C7D33EC}"/>
                </a:ext>
              </a:extLst>
            </p:cNvPr>
            <p:cNvSpPr/>
            <p:nvPr/>
          </p:nvSpPr>
          <p:spPr>
            <a:xfrm>
              <a:off x="4472355" y="474981"/>
              <a:ext cx="3354828" cy="1909463"/>
            </a:xfrm>
            <a:custGeom>
              <a:avLst/>
              <a:gdLst>
                <a:gd name="connsiteX0" fmla="*/ 569691 w 3354828"/>
                <a:gd name="connsiteY0" fmla="*/ 1906280 h 1909463"/>
                <a:gd name="connsiteX1" fmla="*/ 727297 w 3354828"/>
                <a:gd name="connsiteY1" fmla="*/ 1909463 h 1909463"/>
                <a:gd name="connsiteX2" fmla="*/ 2877528 w 3354828"/>
                <a:gd name="connsiteY2" fmla="*/ 1909463 h 1909463"/>
                <a:gd name="connsiteX3" fmla="*/ 3354825 w 3354828"/>
                <a:gd name="connsiteY3" fmla="*/ 1428371 h 1909463"/>
                <a:gd name="connsiteX4" fmla="*/ 2881507 w 3354828"/>
                <a:gd name="connsiteY4" fmla="*/ 951106 h 1909463"/>
                <a:gd name="connsiteX5" fmla="*/ 2841719 w 3354828"/>
                <a:gd name="connsiteY5" fmla="*/ 951106 h 1909463"/>
                <a:gd name="connsiteX6" fmla="*/ 2591052 w 3354828"/>
                <a:gd name="connsiteY6" fmla="*/ 465546 h 1909463"/>
                <a:gd name="connsiteX7" fmla="*/ 2045925 w 3354828"/>
                <a:gd name="connsiteY7" fmla="*/ 389948 h 1909463"/>
                <a:gd name="connsiteX8" fmla="*/ 1082841 w 3354828"/>
                <a:gd name="connsiteY8" fmla="*/ 78656 h 1909463"/>
                <a:gd name="connsiteX9" fmla="*/ 693055 w 3354828"/>
                <a:gd name="connsiteY9" fmla="*/ 712313 h 1909463"/>
                <a:gd name="connsiteX10" fmla="*/ 693055 w 3354828"/>
                <a:gd name="connsiteY10" fmla="*/ 720270 h 1909463"/>
                <a:gd name="connsiteX11" fmla="*/ 598629 w 3354828"/>
                <a:gd name="connsiteY11" fmla="*/ 712579 h 1909463"/>
                <a:gd name="connsiteX12" fmla="*/ 0 w 3354828"/>
                <a:gd name="connsiteY12" fmla="*/ 1309818 h 1909463"/>
                <a:gd name="connsiteX13" fmla="*/ 56398 w 3354828"/>
                <a:gd name="connsiteY13" fmla="*/ 1564017 h 1909463"/>
                <a:gd name="connsiteX14" fmla="*/ 569691 w 3354828"/>
                <a:gd name="connsiteY14" fmla="*/ 1906280 h 1909463"/>
                <a:gd name="connsiteX15" fmla="*/ 183653 w 3354828"/>
                <a:gd name="connsiteY15" fmla="*/ 998956 h 1909463"/>
                <a:gd name="connsiteX16" fmla="*/ 598605 w 3354828"/>
                <a:gd name="connsiteY16" fmla="*/ 792148 h 1909463"/>
                <a:gd name="connsiteX17" fmla="*/ 680171 w 3354828"/>
                <a:gd name="connsiteY17" fmla="*/ 798789 h 1909463"/>
                <a:gd name="connsiteX18" fmla="*/ 772604 w 3354828"/>
                <a:gd name="connsiteY18" fmla="*/ 813908 h 1909463"/>
                <a:gd name="connsiteX19" fmla="*/ 772604 w 3354828"/>
                <a:gd name="connsiteY19" fmla="*/ 712297 h 1909463"/>
                <a:gd name="connsiteX20" fmla="*/ 1412722 w 3354828"/>
                <a:gd name="connsiteY20" fmla="*/ 80009 h 1909463"/>
                <a:gd name="connsiteX21" fmla="*/ 1975118 w 3354828"/>
                <a:gd name="connsiteY21" fmla="*/ 426279 h 1909463"/>
                <a:gd name="connsiteX22" fmla="*/ 2006717 w 3354828"/>
                <a:gd name="connsiteY22" fmla="*/ 487827 h 1909463"/>
                <a:gd name="connsiteX23" fmla="*/ 2072058 w 3354828"/>
                <a:gd name="connsiteY23" fmla="*/ 465096 h 1909463"/>
                <a:gd name="connsiteX24" fmla="*/ 2732003 w 3354828"/>
                <a:gd name="connsiteY24" fmla="*/ 777426 h 1909463"/>
                <a:gd name="connsiteX25" fmla="*/ 2762138 w 3354828"/>
                <a:gd name="connsiteY25" fmla="*/ 951106 h 1909463"/>
                <a:gd name="connsiteX26" fmla="*/ 2762138 w 3354828"/>
                <a:gd name="connsiteY26" fmla="*/ 1030683 h 1909463"/>
                <a:gd name="connsiteX27" fmla="*/ 2881503 w 3354828"/>
                <a:gd name="connsiteY27" fmla="*/ 1030683 h 1909463"/>
                <a:gd name="connsiteX28" fmla="*/ 3275208 w 3354828"/>
                <a:gd name="connsiteY28" fmla="*/ 1436142 h 1909463"/>
                <a:gd name="connsiteX29" fmla="*/ 2877528 w 3354828"/>
                <a:gd name="connsiteY29" fmla="*/ 1829887 h 1909463"/>
                <a:gd name="connsiteX30" fmla="*/ 644923 w 3354828"/>
                <a:gd name="connsiteY30" fmla="*/ 1829887 h 1909463"/>
                <a:gd name="connsiteX31" fmla="*/ 574012 w 3354828"/>
                <a:gd name="connsiteY31" fmla="*/ 1826819 h 1909463"/>
                <a:gd name="connsiteX32" fmla="*/ 79811 w 3354828"/>
                <a:gd name="connsiteY32" fmla="*/ 1288081 h 1909463"/>
                <a:gd name="connsiteX33" fmla="*/ 183641 w 3354828"/>
                <a:gd name="connsiteY33" fmla="*/ 998956 h 19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54828" h="1909463">
                  <a:moveTo>
                    <a:pt x="569691" y="1906280"/>
                  </a:moveTo>
                  <a:cubicBezTo>
                    <a:pt x="609921" y="1908472"/>
                    <a:pt x="727297" y="1909463"/>
                    <a:pt x="727297" y="1909463"/>
                  </a:cubicBezTo>
                  <a:lnTo>
                    <a:pt x="2877528" y="1909463"/>
                  </a:lnTo>
                  <a:cubicBezTo>
                    <a:pt x="3142180" y="1908417"/>
                    <a:pt x="3355875" y="1693023"/>
                    <a:pt x="3354825" y="1428371"/>
                  </a:cubicBezTo>
                  <a:cubicBezTo>
                    <a:pt x="3353790" y="1166751"/>
                    <a:pt x="3143111" y="954313"/>
                    <a:pt x="2881507" y="951106"/>
                  </a:cubicBezTo>
                  <a:lnTo>
                    <a:pt x="2841719" y="951106"/>
                  </a:lnTo>
                  <a:cubicBezTo>
                    <a:pt x="2841349" y="758300"/>
                    <a:pt x="2748017" y="577510"/>
                    <a:pt x="2591052" y="465546"/>
                  </a:cubicBezTo>
                  <a:cubicBezTo>
                    <a:pt x="2432023" y="354278"/>
                    <a:pt x="2229234" y="326155"/>
                    <a:pt x="2045925" y="389948"/>
                  </a:cubicBezTo>
                  <a:cubicBezTo>
                    <a:pt x="1865939" y="38040"/>
                    <a:pt x="1434749" y="-101330"/>
                    <a:pt x="1082841" y="78656"/>
                  </a:cubicBezTo>
                  <a:cubicBezTo>
                    <a:pt x="844716" y="200448"/>
                    <a:pt x="694376" y="444852"/>
                    <a:pt x="693055" y="712313"/>
                  </a:cubicBezTo>
                  <a:lnTo>
                    <a:pt x="693055" y="720270"/>
                  </a:lnTo>
                  <a:cubicBezTo>
                    <a:pt x="661837" y="715162"/>
                    <a:pt x="630261" y="712591"/>
                    <a:pt x="598629" y="712579"/>
                  </a:cubicBezTo>
                  <a:cubicBezTo>
                    <a:pt x="268398" y="712197"/>
                    <a:pt x="384" y="979591"/>
                    <a:pt x="0" y="1309818"/>
                  </a:cubicBezTo>
                  <a:cubicBezTo>
                    <a:pt x="-101" y="1397666"/>
                    <a:pt x="19154" y="1484456"/>
                    <a:pt x="56398" y="1564017"/>
                  </a:cubicBezTo>
                  <a:cubicBezTo>
                    <a:pt x="153056" y="1762493"/>
                    <a:pt x="349308" y="1893357"/>
                    <a:pt x="569691" y="1906280"/>
                  </a:cubicBezTo>
                  <a:close/>
                  <a:moveTo>
                    <a:pt x="183653" y="998956"/>
                  </a:moveTo>
                  <a:cubicBezTo>
                    <a:pt x="282925" y="870018"/>
                    <a:pt x="435887" y="793779"/>
                    <a:pt x="598605" y="792148"/>
                  </a:cubicBezTo>
                  <a:cubicBezTo>
                    <a:pt x="625928" y="792172"/>
                    <a:pt x="653203" y="794392"/>
                    <a:pt x="680171" y="798789"/>
                  </a:cubicBezTo>
                  <a:lnTo>
                    <a:pt x="772604" y="813908"/>
                  </a:lnTo>
                  <a:lnTo>
                    <a:pt x="772604" y="712297"/>
                  </a:lnTo>
                  <a:cubicBezTo>
                    <a:pt x="774764" y="360930"/>
                    <a:pt x="1061355" y="77848"/>
                    <a:pt x="1412722" y="80009"/>
                  </a:cubicBezTo>
                  <a:cubicBezTo>
                    <a:pt x="1650107" y="81469"/>
                    <a:pt x="1866933" y="214971"/>
                    <a:pt x="1975118" y="426279"/>
                  </a:cubicBezTo>
                  <a:lnTo>
                    <a:pt x="2006717" y="487827"/>
                  </a:lnTo>
                  <a:lnTo>
                    <a:pt x="2072058" y="465096"/>
                  </a:lnTo>
                  <a:cubicBezTo>
                    <a:pt x="2340545" y="369107"/>
                    <a:pt x="2636009" y="508939"/>
                    <a:pt x="2732003" y="777426"/>
                  </a:cubicBezTo>
                  <a:cubicBezTo>
                    <a:pt x="2751929" y="833162"/>
                    <a:pt x="2762122" y="891913"/>
                    <a:pt x="2762138" y="951106"/>
                  </a:cubicBezTo>
                  <a:lnTo>
                    <a:pt x="2762138" y="1030683"/>
                  </a:lnTo>
                  <a:lnTo>
                    <a:pt x="2881503" y="1030683"/>
                  </a:lnTo>
                  <a:cubicBezTo>
                    <a:pt x="3102185" y="1033930"/>
                    <a:pt x="3278455" y="1215460"/>
                    <a:pt x="3275208" y="1436142"/>
                  </a:cubicBezTo>
                  <a:cubicBezTo>
                    <a:pt x="3272006" y="1653796"/>
                    <a:pt x="3095202" y="1828852"/>
                    <a:pt x="2877528" y="1829887"/>
                  </a:cubicBezTo>
                  <a:lnTo>
                    <a:pt x="644923" y="1829887"/>
                  </a:lnTo>
                  <a:lnTo>
                    <a:pt x="574012" y="1826819"/>
                  </a:lnTo>
                  <a:cubicBezTo>
                    <a:pt x="288774" y="1814520"/>
                    <a:pt x="67512" y="1573320"/>
                    <a:pt x="79811" y="1288081"/>
                  </a:cubicBezTo>
                  <a:cubicBezTo>
                    <a:pt x="84323" y="1183410"/>
                    <a:pt x="120533" y="1082583"/>
                    <a:pt x="183641" y="998956"/>
                  </a:cubicBezTo>
                  <a:close/>
                </a:path>
              </a:pathLst>
            </a:custGeom>
            <a:solidFill>
              <a:srgbClr val="000000"/>
            </a:solidFill>
            <a:ln w="397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17" name="타원 116">
            <a:extLst>
              <a:ext uri="{FF2B5EF4-FFF2-40B4-BE49-F238E27FC236}">
                <a16:creationId xmlns:a16="http://schemas.microsoft.com/office/drawing/2014/main" id="{23E94893-6051-7BBE-B947-7DF5E471F8FF}"/>
              </a:ext>
            </a:extLst>
          </p:cNvPr>
          <p:cNvSpPr/>
          <p:nvPr/>
        </p:nvSpPr>
        <p:spPr>
          <a:xfrm>
            <a:off x="1203005" y="3957899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0E9EF382-4A23-C94C-4242-035E9AC45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311" y="2944536"/>
            <a:ext cx="1243890" cy="2048289"/>
          </a:xfrm>
          <a:prstGeom prst="rect">
            <a:avLst/>
          </a:prstGeom>
        </p:spPr>
      </p:pic>
      <p:sp>
        <p:nvSpPr>
          <p:cNvPr id="490" name="타원 489">
            <a:extLst>
              <a:ext uri="{FF2B5EF4-FFF2-40B4-BE49-F238E27FC236}">
                <a16:creationId xmlns:a16="http://schemas.microsoft.com/office/drawing/2014/main" id="{C9C39629-7D81-3217-7B61-1123D714C1E3}"/>
              </a:ext>
            </a:extLst>
          </p:cNvPr>
          <p:cNvSpPr/>
          <p:nvPr/>
        </p:nvSpPr>
        <p:spPr>
          <a:xfrm>
            <a:off x="4133748" y="4562098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pic>
        <p:nvPicPr>
          <p:cNvPr id="491" name="그림 490">
            <a:extLst>
              <a:ext uri="{FF2B5EF4-FFF2-40B4-BE49-F238E27FC236}">
                <a16:creationId xmlns:a16="http://schemas.microsoft.com/office/drawing/2014/main" id="{278A2D31-A71E-E4D3-8EB0-E08F7DCC2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055" y="3521108"/>
            <a:ext cx="1243890" cy="2048289"/>
          </a:xfrm>
          <a:prstGeom prst="rect">
            <a:avLst/>
          </a:prstGeom>
        </p:spPr>
      </p:pic>
      <p:sp>
        <p:nvSpPr>
          <p:cNvPr id="493" name="타원 492">
            <a:extLst>
              <a:ext uri="{FF2B5EF4-FFF2-40B4-BE49-F238E27FC236}">
                <a16:creationId xmlns:a16="http://schemas.microsoft.com/office/drawing/2014/main" id="{84FDEDA6-376A-498E-1424-A3E9F2312C72}"/>
              </a:ext>
            </a:extLst>
          </p:cNvPr>
          <p:cNvSpPr/>
          <p:nvPr/>
        </p:nvSpPr>
        <p:spPr>
          <a:xfrm>
            <a:off x="7024044" y="3957899"/>
            <a:ext cx="3924502" cy="180728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3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1" dirty="0"/>
          </a:p>
        </p:txBody>
      </p:sp>
      <p:cxnSp>
        <p:nvCxnSpPr>
          <p:cNvPr id="514" name="직선 화살표 연결선 513">
            <a:extLst>
              <a:ext uri="{FF2B5EF4-FFF2-40B4-BE49-F238E27FC236}">
                <a16:creationId xmlns:a16="http://schemas.microsoft.com/office/drawing/2014/main" id="{55CBD31C-9141-8842-1631-783A2ECF3A06}"/>
              </a:ext>
            </a:extLst>
          </p:cNvPr>
          <p:cNvCxnSpPr>
            <a:cxnSpLocks/>
          </p:cNvCxnSpPr>
          <p:nvPr/>
        </p:nvCxnSpPr>
        <p:spPr>
          <a:xfrm flipH="1">
            <a:off x="3185910" y="2341344"/>
            <a:ext cx="1683082" cy="59865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직선 화살표 연결선 515">
            <a:extLst>
              <a:ext uri="{FF2B5EF4-FFF2-40B4-BE49-F238E27FC236}">
                <a16:creationId xmlns:a16="http://schemas.microsoft.com/office/drawing/2014/main" id="{56EDD8C9-F468-9CAE-6AB7-A1CE1F66AC54}"/>
              </a:ext>
            </a:extLst>
          </p:cNvPr>
          <p:cNvCxnSpPr>
            <a:cxnSpLocks/>
          </p:cNvCxnSpPr>
          <p:nvPr/>
        </p:nvCxnSpPr>
        <p:spPr>
          <a:xfrm>
            <a:off x="7224630" y="2340337"/>
            <a:ext cx="1684800" cy="59576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직선 화살표 연결선 517">
            <a:extLst>
              <a:ext uri="{FF2B5EF4-FFF2-40B4-BE49-F238E27FC236}">
                <a16:creationId xmlns:a16="http://schemas.microsoft.com/office/drawing/2014/main" id="{61029136-A90E-B6C2-6C2B-6293F0174C30}"/>
              </a:ext>
            </a:extLst>
          </p:cNvPr>
          <p:cNvCxnSpPr>
            <a:cxnSpLocks/>
          </p:cNvCxnSpPr>
          <p:nvPr/>
        </p:nvCxnSpPr>
        <p:spPr>
          <a:xfrm>
            <a:off x="6083299" y="2382138"/>
            <a:ext cx="0" cy="10566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8" name="그림 407">
            <a:extLst>
              <a:ext uri="{FF2B5EF4-FFF2-40B4-BE49-F238E27FC236}">
                <a16:creationId xmlns:a16="http://schemas.microsoft.com/office/drawing/2014/main" id="{728CE477-BE88-77DD-287F-E7453C935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286903" y="4365177"/>
            <a:ext cx="601952" cy="645778"/>
          </a:xfrm>
          <a:prstGeom prst="rect">
            <a:avLst/>
          </a:prstGeom>
        </p:spPr>
      </p:pic>
      <p:pic>
        <p:nvPicPr>
          <p:cNvPr id="454" name="그림 453">
            <a:extLst>
              <a:ext uri="{FF2B5EF4-FFF2-40B4-BE49-F238E27FC236}">
                <a16:creationId xmlns:a16="http://schemas.microsoft.com/office/drawing/2014/main" id="{729224EE-CA9E-26B0-39FA-0B50DDBC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056" y="4187470"/>
            <a:ext cx="601952" cy="645778"/>
          </a:xfrm>
          <a:prstGeom prst="rect">
            <a:avLst/>
          </a:prstGeom>
        </p:spPr>
      </p:pic>
      <p:sp>
        <p:nvSpPr>
          <p:cNvPr id="456" name="타원 5 1 1">
            <a:extLst>
              <a:ext uri="{FF2B5EF4-FFF2-40B4-BE49-F238E27FC236}">
                <a16:creationId xmlns:a16="http://schemas.microsoft.com/office/drawing/2014/main" id="{64CF0F79-4541-D661-0C58-A0B956E0E4A2}"/>
              </a:ext>
            </a:extLst>
          </p:cNvPr>
          <p:cNvSpPr/>
          <p:nvPr/>
        </p:nvSpPr>
        <p:spPr>
          <a:xfrm rot="8288791">
            <a:off x="1374904" y="3517531"/>
            <a:ext cx="1945581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21" name="타원 5 1 1">
            <a:extLst>
              <a:ext uri="{FF2B5EF4-FFF2-40B4-BE49-F238E27FC236}">
                <a16:creationId xmlns:a16="http://schemas.microsoft.com/office/drawing/2014/main" id="{A0706BA3-DF65-F0F6-EDCB-1EDF72194A05}"/>
              </a:ext>
            </a:extLst>
          </p:cNvPr>
          <p:cNvSpPr/>
          <p:nvPr/>
        </p:nvSpPr>
        <p:spPr>
          <a:xfrm rot="2547657">
            <a:off x="3005390" y="3484058"/>
            <a:ext cx="183891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24" name="평행 사변형 523">
            <a:extLst>
              <a:ext uri="{FF2B5EF4-FFF2-40B4-BE49-F238E27FC236}">
                <a16:creationId xmlns:a16="http://schemas.microsoft.com/office/drawing/2014/main" id="{581E8833-5E66-1A59-071B-223094817509}"/>
              </a:ext>
            </a:extLst>
          </p:cNvPr>
          <p:cNvSpPr>
            <a:spLocks/>
          </p:cNvSpPr>
          <p:nvPr/>
        </p:nvSpPr>
        <p:spPr>
          <a:xfrm rot="10348009" flipH="1">
            <a:off x="4012195" y="5741301"/>
            <a:ext cx="4234232" cy="462410"/>
          </a:xfrm>
          <a:prstGeom prst="parallelogram">
            <a:avLst>
              <a:gd name="adj" fmla="val 12167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25" name="직선 연결선 524">
            <a:extLst>
              <a:ext uri="{FF2B5EF4-FFF2-40B4-BE49-F238E27FC236}">
                <a16:creationId xmlns:a16="http://schemas.microsoft.com/office/drawing/2014/main" id="{F873416D-C060-B8FE-0454-A21F7C11971C}"/>
              </a:ext>
            </a:extLst>
          </p:cNvPr>
          <p:cNvCxnSpPr>
            <a:cxnSpLocks/>
            <a:stCxn id="524" idx="5"/>
            <a:endCxn id="524" idx="2"/>
          </p:cNvCxnSpPr>
          <p:nvPr/>
        </p:nvCxnSpPr>
        <p:spPr>
          <a:xfrm flipV="1">
            <a:off x="4309349" y="5731831"/>
            <a:ext cx="3639924" cy="48135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타원 5 1 1">
            <a:extLst>
              <a:ext uri="{FF2B5EF4-FFF2-40B4-BE49-F238E27FC236}">
                <a16:creationId xmlns:a16="http://schemas.microsoft.com/office/drawing/2014/main" id="{D9ABE033-F300-4688-4779-7602AAD545D9}"/>
              </a:ext>
            </a:extLst>
          </p:cNvPr>
          <p:cNvSpPr/>
          <p:nvPr/>
        </p:nvSpPr>
        <p:spPr>
          <a:xfrm rot="3873869">
            <a:off x="5618837" y="4372221"/>
            <a:ext cx="1946625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pic>
        <p:nvPicPr>
          <p:cNvPr id="526" name="Google Shape;149;p13">
            <a:extLst>
              <a:ext uri="{FF2B5EF4-FFF2-40B4-BE49-F238E27FC236}">
                <a16:creationId xmlns:a16="http://schemas.microsoft.com/office/drawing/2014/main" id="{D502B499-8A4B-4FBC-360C-10A8BE9487F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855" y="5179517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sp>
        <p:nvSpPr>
          <p:cNvPr id="537" name="타원 5 1 1">
            <a:extLst>
              <a:ext uri="{FF2B5EF4-FFF2-40B4-BE49-F238E27FC236}">
                <a16:creationId xmlns:a16="http://schemas.microsoft.com/office/drawing/2014/main" id="{AD945580-1EFC-BF14-B673-BB264DD7DAD6}"/>
              </a:ext>
            </a:extLst>
          </p:cNvPr>
          <p:cNvSpPr/>
          <p:nvPr/>
        </p:nvSpPr>
        <p:spPr>
          <a:xfrm rot="6968330">
            <a:off x="4539781" y="4413465"/>
            <a:ext cx="202928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pic>
        <p:nvPicPr>
          <p:cNvPr id="535" name="Google Shape;149;p13">
            <a:extLst>
              <a:ext uri="{FF2B5EF4-FFF2-40B4-BE49-F238E27FC236}">
                <a16:creationId xmlns:a16="http://schemas.microsoft.com/office/drawing/2014/main" id="{90B048A9-37FC-0E38-4249-BE5F9C53F55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01568" y="5463816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38" name="그림 537">
            <a:extLst>
              <a:ext uri="{FF2B5EF4-FFF2-40B4-BE49-F238E27FC236}">
                <a16:creationId xmlns:a16="http://schemas.microsoft.com/office/drawing/2014/main" id="{9BB7FBF1-2F05-CF92-401E-F014F167A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974" y="4892414"/>
            <a:ext cx="601952" cy="645778"/>
          </a:xfrm>
          <a:prstGeom prst="rect">
            <a:avLst/>
          </a:prstGeom>
        </p:spPr>
      </p:pic>
      <p:sp>
        <p:nvSpPr>
          <p:cNvPr id="539" name="타원 5 1 1">
            <a:extLst>
              <a:ext uri="{FF2B5EF4-FFF2-40B4-BE49-F238E27FC236}">
                <a16:creationId xmlns:a16="http://schemas.microsoft.com/office/drawing/2014/main" id="{485D22B4-AC2F-F688-9108-D09393D1F908}"/>
              </a:ext>
            </a:extLst>
          </p:cNvPr>
          <p:cNvSpPr/>
          <p:nvPr/>
        </p:nvSpPr>
        <p:spPr>
          <a:xfrm rot="4051686">
            <a:off x="2619846" y="3853721"/>
            <a:ext cx="1898023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22981F0C-B315-97E5-E09B-8005DE15434D}"/>
              </a:ext>
            </a:extLst>
          </p:cNvPr>
          <p:cNvSpPr txBox="1"/>
          <p:nvPr/>
        </p:nvSpPr>
        <p:spPr>
          <a:xfrm>
            <a:off x="6391462" y="264285"/>
            <a:ext cx="1981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2F7E5805-4D6D-EEC5-365F-EFBBD6E877F1}"/>
              </a:ext>
            </a:extLst>
          </p:cNvPr>
          <p:cNvSpPr txBox="1"/>
          <p:nvPr/>
        </p:nvSpPr>
        <p:spPr>
          <a:xfrm>
            <a:off x="1915374" y="2487314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3B6003A9-3513-803D-C066-CB320FC2A15B}"/>
              </a:ext>
            </a:extLst>
          </p:cNvPr>
          <p:cNvSpPr txBox="1"/>
          <p:nvPr/>
        </p:nvSpPr>
        <p:spPr>
          <a:xfrm>
            <a:off x="4849070" y="2937753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pPr algn="r"/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6" name="이등변 삼각형 545">
            <a:extLst>
              <a:ext uri="{FF2B5EF4-FFF2-40B4-BE49-F238E27FC236}">
                <a16:creationId xmlns:a16="http://schemas.microsoft.com/office/drawing/2014/main" id="{F398D357-1B0C-7090-127A-3B62B7703A4A}"/>
              </a:ext>
            </a:extLst>
          </p:cNvPr>
          <p:cNvSpPr/>
          <p:nvPr/>
        </p:nvSpPr>
        <p:spPr>
          <a:xfrm rot="442501" flipH="1">
            <a:off x="7214390" y="3044575"/>
            <a:ext cx="3820213" cy="1189642"/>
          </a:xfrm>
          <a:prstGeom prst="triangle">
            <a:avLst>
              <a:gd name="adj" fmla="val 50467"/>
            </a:avLst>
          </a:prstGeom>
          <a:gradFill>
            <a:gsLst>
              <a:gs pos="5000">
                <a:srgbClr val="E94B25"/>
              </a:gs>
              <a:gs pos="100000">
                <a:schemeClr val="bg1">
                  <a:alpha val="4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8" name="자유형: 도형 547">
            <a:extLst>
              <a:ext uri="{FF2B5EF4-FFF2-40B4-BE49-F238E27FC236}">
                <a16:creationId xmlns:a16="http://schemas.microsoft.com/office/drawing/2014/main" id="{084A8156-29F1-B663-6FFF-322C001929D4}"/>
              </a:ext>
            </a:extLst>
          </p:cNvPr>
          <p:cNvSpPr/>
          <p:nvPr/>
        </p:nvSpPr>
        <p:spPr>
          <a:xfrm>
            <a:off x="7344706" y="3085774"/>
            <a:ext cx="3253169" cy="704957"/>
          </a:xfrm>
          <a:custGeom>
            <a:avLst/>
            <a:gdLst>
              <a:gd name="connsiteX0" fmla="*/ 0 w 3895725"/>
              <a:gd name="connsiteY0" fmla="*/ 200132 h 704957"/>
              <a:gd name="connsiteX1" fmla="*/ 771525 w 3895725"/>
              <a:gd name="connsiteY1" fmla="*/ 647807 h 704957"/>
              <a:gd name="connsiteX2" fmla="*/ 1933575 w 3895725"/>
              <a:gd name="connsiteY2" fmla="*/ 107 h 704957"/>
              <a:gd name="connsiteX3" fmla="*/ 3895725 w 3895725"/>
              <a:gd name="connsiteY3" fmla="*/ 704957 h 704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725" h="704957">
                <a:moveTo>
                  <a:pt x="0" y="200132"/>
                </a:moveTo>
                <a:cubicBezTo>
                  <a:pt x="224631" y="440638"/>
                  <a:pt x="449263" y="681144"/>
                  <a:pt x="771525" y="647807"/>
                </a:cubicBezTo>
                <a:cubicBezTo>
                  <a:pt x="1093787" y="614470"/>
                  <a:pt x="1412875" y="-9418"/>
                  <a:pt x="1933575" y="107"/>
                </a:cubicBezTo>
                <a:cubicBezTo>
                  <a:pt x="2454275" y="9632"/>
                  <a:pt x="3175000" y="357294"/>
                  <a:pt x="3895725" y="704957"/>
                </a:cubicBezTo>
              </a:path>
            </a:pathLst>
          </a:custGeom>
          <a:noFill/>
          <a:ln w="31750"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7" name="그림 546">
            <a:extLst>
              <a:ext uri="{FF2B5EF4-FFF2-40B4-BE49-F238E27FC236}">
                <a16:creationId xmlns:a16="http://schemas.microsoft.com/office/drawing/2014/main" id="{45F14461-1B78-BE48-1B0B-D9AD98CF0C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32" b="93960" l="4222" r="91029">
                        <a14:foregroundMark x1="8971" y1="28859" x2="7652" y2="38926"/>
                        <a14:foregroundMark x1="4749" y1="47315" x2="4749" y2="47315"/>
                        <a14:foregroundMark x1="44327" y1="89262" x2="48285" y2="94295"/>
                        <a14:foregroundMark x1="91029" y1="56711" x2="91029" y2="5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333378" y="2608467"/>
            <a:ext cx="1346820" cy="1054636"/>
          </a:xfrm>
          <a:prstGeom prst="rect">
            <a:avLst/>
          </a:prstGeom>
        </p:spPr>
      </p:pic>
      <p:pic>
        <p:nvPicPr>
          <p:cNvPr id="549" name="그림 548">
            <a:extLst>
              <a:ext uri="{FF2B5EF4-FFF2-40B4-BE49-F238E27FC236}">
                <a16:creationId xmlns:a16="http://schemas.microsoft.com/office/drawing/2014/main" id="{4153C61C-E50D-A28D-92FC-DF3C83FA1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181834" y="4266099"/>
            <a:ext cx="601952" cy="645778"/>
          </a:xfrm>
          <a:prstGeom prst="rect">
            <a:avLst/>
          </a:prstGeom>
        </p:spPr>
      </p:pic>
      <p:pic>
        <p:nvPicPr>
          <p:cNvPr id="550" name="그림 549">
            <a:extLst>
              <a:ext uri="{FF2B5EF4-FFF2-40B4-BE49-F238E27FC236}">
                <a16:creationId xmlns:a16="http://schemas.microsoft.com/office/drawing/2014/main" id="{1E8DE940-9765-E7D1-E257-DE7EA7D7E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201" y="4542682"/>
            <a:ext cx="601952" cy="645778"/>
          </a:xfrm>
          <a:prstGeom prst="rect">
            <a:avLst/>
          </a:prstGeom>
        </p:spPr>
      </p:pic>
      <p:pic>
        <p:nvPicPr>
          <p:cNvPr id="553" name="그림 552">
            <a:extLst>
              <a:ext uri="{FF2B5EF4-FFF2-40B4-BE49-F238E27FC236}">
                <a16:creationId xmlns:a16="http://schemas.microsoft.com/office/drawing/2014/main" id="{2DC2CD22-5F64-6721-5F72-9F2C8F4C7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546" y="4001946"/>
            <a:ext cx="601952" cy="645778"/>
          </a:xfrm>
          <a:prstGeom prst="rect">
            <a:avLst/>
          </a:prstGeom>
        </p:spPr>
      </p:pic>
      <p:pic>
        <p:nvPicPr>
          <p:cNvPr id="557" name="Google Shape;149;p13">
            <a:extLst>
              <a:ext uri="{FF2B5EF4-FFF2-40B4-BE49-F238E27FC236}">
                <a16:creationId xmlns:a16="http://schemas.microsoft.com/office/drawing/2014/main" id="{9B7A6531-3583-BD50-94F5-CA96D62FC1B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7860450" y="4133318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55" name="Google Shape;149;p13">
            <a:extLst>
              <a:ext uri="{FF2B5EF4-FFF2-40B4-BE49-F238E27FC236}">
                <a16:creationId xmlns:a16="http://schemas.microsoft.com/office/drawing/2014/main" id="{3DA5E8F7-7547-852B-40FA-908C6CC0261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87468" y="3706713"/>
            <a:ext cx="898464" cy="838539"/>
          </a:xfrm>
          <a:prstGeom prst="rect">
            <a:avLst/>
          </a:prstGeom>
          <a:noFill/>
          <a:ln>
            <a:noFill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</p:pic>
      <p:pic>
        <p:nvPicPr>
          <p:cNvPr id="560" name="그림 559">
            <a:extLst>
              <a:ext uri="{FF2B5EF4-FFF2-40B4-BE49-F238E27FC236}">
                <a16:creationId xmlns:a16="http://schemas.microsoft.com/office/drawing/2014/main" id="{DEC89AEE-9768-0426-9AD3-3A42D308D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308" y="4542682"/>
            <a:ext cx="601952" cy="645778"/>
          </a:xfrm>
          <a:prstGeom prst="rect">
            <a:avLst/>
          </a:prstGeom>
        </p:spPr>
      </p:pic>
      <p:pic>
        <p:nvPicPr>
          <p:cNvPr id="561" name="그림 560">
            <a:extLst>
              <a:ext uri="{FF2B5EF4-FFF2-40B4-BE49-F238E27FC236}">
                <a16:creationId xmlns:a16="http://schemas.microsoft.com/office/drawing/2014/main" id="{5B376E73-2766-FE25-0F94-854D980F3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03864" y="4854279"/>
            <a:ext cx="601952" cy="645778"/>
          </a:xfrm>
          <a:prstGeom prst="rect">
            <a:avLst/>
          </a:prstGeom>
        </p:spPr>
      </p:pic>
      <p:sp>
        <p:nvSpPr>
          <p:cNvPr id="562" name="타원 5 1 1">
            <a:extLst>
              <a:ext uri="{FF2B5EF4-FFF2-40B4-BE49-F238E27FC236}">
                <a16:creationId xmlns:a16="http://schemas.microsoft.com/office/drawing/2014/main" id="{5F2717E0-B664-F8B9-4E48-19BF6608A324}"/>
              </a:ext>
            </a:extLst>
          </p:cNvPr>
          <p:cNvSpPr/>
          <p:nvPr/>
        </p:nvSpPr>
        <p:spPr>
          <a:xfrm rot="6674072">
            <a:off x="1816891" y="3865835"/>
            <a:ext cx="1912040" cy="378362"/>
          </a:xfrm>
          <a:custGeom>
            <a:avLst/>
            <a:gdLst>
              <a:gd name="connsiteX0" fmla="*/ 0 w 1215419"/>
              <a:gd name="connsiteY0" fmla="*/ 138328 h 276656"/>
              <a:gd name="connsiteX1" fmla="*/ 607710 w 1215419"/>
              <a:gd name="connsiteY1" fmla="*/ 0 h 276656"/>
              <a:gd name="connsiteX2" fmla="*/ 1215420 w 1215419"/>
              <a:gd name="connsiteY2" fmla="*/ 138328 h 276656"/>
              <a:gd name="connsiteX3" fmla="*/ 607710 w 1215419"/>
              <a:gd name="connsiteY3" fmla="*/ 276656 h 276656"/>
              <a:gd name="connsiteX4" fmla="*/ 0 w 1215419"/>
              <a:gd name="connsiteY4" fmla="*/ 138328 h 276656"/>
              <a:gd name="connsiteX0" fmla="*/ 5191 w 1221250"/>
              <a:gd name="connsiteY0" fmla="*/ 113331 h 251659"/>
              <a:gd name="connsiteX1" fmla="*/ 914153 w 1221250"/>
              <a:gd name="connsiteY1" fmla="*/ 0 h 251659"/>
              <a:gd name="connsiteX2" fmla="*/ 1220611 w 1221250"/>
              <a:gd name="connsiteY2" fmla="*/ 113331 h 251659"/>
              <a:gd name="connsiteX3" fmla="*/ 612901 w 1221250"/>
              <a:gd name="connsiteY3" fmla="*/ 251659 h 251659"/>
              <a:gd name="connsiteX4" fmla="*/ 5191 w 1221250"/>
              <a:gd name="connsiteY4" fmla="*/ 113331 h 251659"/>
              <a:gd name="connsiteX0" fmla="*/ 1 w 1216134"/>
              <a:gd name="connsiteY0" fmla="*/ 113331 h 218715"/>
              <a:gd name="connsiteX1" fmla="*/ 908963 w 1216134"/>
              <a:gd name="connsiteY1" fmla="*/ 0 h 218715"/>
              <a:gd name="connsiteX2" fmla="*/ 1215421 w 1216134"/>
              <a:gd name="connsiteY2" fmla="*/ 113331 h 218715"/>
              <a:gd name="connsiteX3" fmla="*/ 910163 w 1216134"/>
              <a:gd name="connsiteY3" fmla="*/ 218715 h 218715"/>
              <a:gd name="connsiteX4" fmla="*/ 1 w 1216134"/>
              <a:gd name="connsiteY4" fmla="*/ 113331 h 218715"/>
              <a:gd name="connsiteX0" fmla="*/ 1 w 1281779"/>
              <a:gd name="connsiteY0" fmla="*/ 113342 h 218761"/>
              <a:gd name="connsiteX1" fmla="*/ 908963 w 1281779"/>
              <a:gd name="connsiteY1" fmla="*/ 11 h 218761"/>
              <a:gd name="connsiteX2" fmla="*/ 1281779 w 1281779"/>
              <a:gd name="connsiteY2" fmla="*/ 119832 h 218761"/>
              <a:gd name="connsiteX3" fmla="*/ 910163 w 1281779"/>
              <a:gd name="connsiteY3" fmla="*/ 218726 h 218761"/>
              <a:gd name="connsiteX4" fmla="*/ 1 w 1281779"/>
              <a:gd name="connsiteY4" fmla="*/ 113342 h 21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1779" h="218761">
                <a:moveTo>
                  <a:pt x="1" y="113342"/>
                </a:moveTo>
                <a:cubicBezTo>
                  <a:pt x="-199" y="76890"/>
                  <a:pt x="695333" y="-1071"/>
                  <a:pt x="908963" y="11"/>
                </a:cubicBezTo>
                <a:cubicBezTo>
                  <a:pt x="1122593" y="1093"/>
                  <a:pt x="1281779" y="43436"/>
                  <a:pt x="1281779" y="119832"/>
                </a:cubicBezTo>
                <a:cubicBezTo>
                  <a:pt x="1281779" y="196228"/>
                  <a:pt x="1123793" y="219808"/>
                  <a:pt x="910163" y="218726"/>
                </a:cubicBezTo>
                <a:cubicBezTo>
                  <a:pt x="696533" y="217644"/>
                  <a:pt x="201" y="149794"/>
                  <a:pt x="1" y="113342"/>
                </a:cubicBezTo>
                <a:close/>
              </a:path>
            </a:pathLst>
          </a:custGeom>
          <a:solidFill>
            <a:srgbClr val="548235"/>
          </a:solidFill>
          <a:ln w="2540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E0665E6D-FD3C-E6A2-A78D-B13455980CF5}"/>
              </a:ext>
            </a:extLst>
          </p:cNvPr>
          <p:cNvSpPr txBox="1"/>
          <p:nvPr/>
        </p:nvSpPr>
        <p:spPr>
          <a:xfrm>
            <a:off x="9576755" y="2485428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</a:p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</a:p>
        </p:txBody>
      </p:sp>
      <p:pic>
        <p:nvPicPr>
          <p:cNvPr id="564" name="그림 563">
            <a:extLst>
              <a:ext uri="{FF2B5EF4-FFF2-40B4-BE49-F238E27FC236}">
                <a16:creationId xmlns:a16="http://schemas.microsoft.com/office/drawing/2014/main" id="{7A5B3C3B-59D5-CE9E-618A-7B7101384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225094" y="4946030"/>
            <a:ext cx="601952" cy="6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3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B38FEB30-FC7F-149C-6ED5-C8CF6DF5C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21" y="0"/>
            <a:ext cx="10284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8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7E39722-2324-B1A0-C356-10AEA75B0CE2}"/>
              </a:ext>
            </a:extLst>
          </p:cNvPr>
          <p:cNvGrpSpPr/>
          <p:nvPr/>
        </p:nvGrpSpPr>
        <p:grpSpPr>
          <a:xfrm>
            <a:off x="1111181" y="87997"/>
            <a:ext cx="10033138" cy="6688800"/>
            <a:chOff x="1111181" y="8799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8727F05-73A2-3DA5-884C-4AE3209EBE39}"/>
                </a:ext>
              </a:extLst>
            </p:cNvPr>
            <p:cNvSpPr/>
            <p:nvPr/>
          </p:nvSpPr>
          <p:spPr>
            <a:xfrm>
              <a:off x="1111181" y="8799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BCC3B67-3791-5D19-E4CA-E0F7AF259A3B}"/>
                </a:ext>
              </a:extLst>
            </p:cNvPr>
            <p:cNvSpPr/>
            <p:nvPr/>
          </p:nvSpPr>
          <p:spPr>
            <a:xfrm>
              <a:off x="8503383" y="2819049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68015D3-FF30-8766-304E-D1F4BDD0D1B3}"/>
                </a:ext>
              </a:extLst>
            </p:cNvPr>
            <p:cNvGrpSpPr/>
            <p:nvPr/>
          </p:nvGrpSpPr>
          <p:grpSpPr>
            <a:xfrm>
              <a:off x="8635296" y="3077039"/>
              <a:ext cx="1074946" cy="822793"/>
              <a:chOff x="1634566" y="634816"/>
              <a:chExt cx="501471" cy="422222"/>
            </a:xfrm>
          </p:grpSpPr>
          <p:sp>
            <p:nvSpPr>
              <p:cNvPr id="16" name="AutoShape 3">
                <a:extLst>
                  <a:ext uri="{FF2B5EF4-FFF2-40B4-BE49-F238E27FC236}">
                    <a16:creationId xmlns:a16="http://schemas.microsoft.com/office/drawing/2014/main" id="{367F2567-C574-962B-48EC-380C5E42BAA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34566" y="634816"/>
                <a:ext cx="501471" cy="42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A198CC31-0AC5-F873-14E0-2990927AE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1D65AA8B-9D58-3282-8DAE-0AFB261EA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Oval 7">
                <a:extLst>
                  <a:ext uri="{FF2B5EF4-FFF2-40B4-BE49-F238E27FC236}">
                    <a16:creationId xmlns:a16="http://schemas.microsoft.com/office/drawing/2014/main" id="{E483277E-CB39-4C25-7CF2-856F2EFC5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Oval 8">
                <a:extLst>
                  <a:ext uri="{FF2B5EF4-FFF2-40B4-BE49-F238E27FC236}">
                    <a16:creationId xmlns:a16="http://schemas.microsoft.com/office/drawing/2014/main" id="{6E2F344D-7CDB-742B-57AD-E414C549E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82E174A3-AFFC-6886-497A-2EE1F59B9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Oval 10">
                <a:extLst>
                  <a:ext uri="{FF2B5EF4-FFF2-40B4-BE49-F238E27FC236}">
                    <a16:creationId xmlns:a16="http://schemas.microsoft.com/office/drawing/2014/main" id="{9F205FCD-3BD5-058B-F302-D41B1FF8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Oval 11">
                <a:extLst>
                  <a:ext uri="{FF2B5EF4-FFF2-40B4-BE49-F238E27FC236}">
                    <a16:creationId xmlns:a16="http://schemas.microsoft.com/office/drawing/2014/main" id="{90186A46-71A3-42B6-A89B-B8AD92CE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" name="Oval 12">
                <a:extLst>
                  <a:ext uri="{FF2B5EF4-FFF2-40B4-BE49-F238E27FC236}">
                    <a16:creationId xmlns:a16="http://schemas.microsoft.com/office/drawing/2014/main" id="{C511362E-12D4-A18C-52B5-AB84EC787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" name="Oval 13">
                <a:extLst>
                  <a:ext uri="{FF2B5EF4-FFF2-40B4-BE49-F238E27FC236}">
                    <a16:creationId xmlns:a16="http://schemas.microsoft.com/office/drawing/2014/main" id="{9BECA826-D61A-DB02-B4AF-21512C57F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Oval 14">
                <a:extLst>
                  <a:ext uri="{FF2B5EF4-FFF2-40B4-BE49-F238E27FC236}">
                    <a16:creationId xmlns:a16="http://schemas.microsoft.com/office/drawing/2014/main" id="{57AA3648-E1E7-EE2D-FEFE-F9AB4C02B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6277C5FE-F1A7-0EAC-8B0F-01FD17F0F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428" y="714078"/>
                <a:ext cx="910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" name="Line 16">
                <a:extLst>
                  <a:ext uri="{FF2B5EF4-FFF2-40B4-BE49-F238E27FC236}">
                    <a16:creationId xmlns:a16="http://schemas.microsoft.com/office/drawing/2014/main" id="{363C949B-0A67-E60E-534D-32B969580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825" y="736942"/>
                <a:ext cx="1092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" name="Line 17">
                <a:extLst>
                  <a:ext uri="{FF2B5EF4-FFF2-40B4-BE49-F238E27FC236}">
                    <a16:creationId xmlns:a16="http://schemas.microsoft.com/office/drawing/2014/main" id="{487E1E41-A8C7-E003-82CD-C86FBE267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5226" y="782670"/>
                <a:ext cx="924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" name="Line 18">
                <a:extLst>
                  <a:ext uri="{FF2B5EF4-FFF2-40B4-BE49-F238E27FC236}">
                    <a16:creationId xmlns:a16="http://schemas.microsoft.com/office/drawing/2014/main" id="{6D53BF5D-7E7C-3812-5604-D865EB63E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8028" y="858883"/>
                <a:ext cx="93851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" name="Line 19">
                <a:extLst>
                  <a:ext uri="{FF2B5EF4-FFF2-40B4-BE49-F238E27FC236}">
                    <a16:creationId xmlns:a16="http://schemas.microsoft.com/office/drawing/2014/main" id="{6C6B9B90-D738-E368-5574-F5AE48BD93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6822" y="805534"/>
                <a:ext cx="110660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" name="Line 20">
                <a:extLst>
                  <a:ext uri="{FF2B5EF4-FFF2-40B4-BE49-F238E27FC236}">
                    <a16:creationId xmlns:a16="http://schemas.microsoft.com/office/drawing/2014/main" id="{F1D93913-B56C-C9C0-FC51-C56E6867E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6627" y="924427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" name="Oval 21">
                <a:extLst>
                  <a:ext uri="{FF2B5EF4-FFF2-40B4-BE49-F238E27FC236}">
                    <a16:creationId xmlns:a16="http://schemas.microsoft.com/office/drawing/2014/main" id="{B9211524-C752-9470-E931-3CB58298D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" name="Oval 22">
                <a:extLst>
                  <a:ext uri="{FF2B5EF4-FFF2-40B4-BE49-F238E27FC236}">
                    <a16:creationId xmlns:a16="http://schemas.microsoft.com/office/drawing/2014/main" id="{DB80FFDB-5D62-AC35-89AF-CF1866015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5" name="Oval 23">
                <a:extLst>
                  <a:ext uri="{FF2B5EF4-FFF2-40B4-BE49-F238E27FC236}">
                    <a16:creationId xmlns:a16="http://schemas.microsoft.com/office/drawing/2014/main" id="{B3EC2C3C-85E2-3D78-E995-86CE83FD4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6" name="Oval 24">
                <a:extLst>
                  <a:ext uri="{FF2B5EF4-FFF2-40B4-BE49-F238E27FC236}">
                    <a16:creationId xmlns:a16="http://schemas.microsoft.com/office/drawing/2014/main" id="{4AA67314-958E-1DDE-258D-B70E7F0AE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" name="Oval 25">
                <a:extLst>
                  <a:ext uri="{FF2B5EF4-FFF2-40B4-BE49-F238E27FC236}">
                    <a16:creationId xmlns:a16="http://schemas.microsoft.com/office/drawing/2014/main" id="{B6CE9AA3-E766-F82B-418D-1A1EAF36F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solidFill>
                <a:srgbClr val="D5B8EA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" name="Oval 26">
                <a:extLst>
                  <a:ext uri="{FF2B5EF4-FFF2-40B4-BE49-F238E27FC236}">
                    <a16:creationId xmlns:a16="http://schemas.microsoft.com/office/drawing/2014/main" id="{7373CBDE-F621-3B1E-A974-5B57D48DB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B912016D-0F0F-5450-EC35-8D8B04618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1526" y="933573"/>
                <a:ext cx="89648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FFD4D39B-2688-8361-DA53-64CEE1642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18920" y="819252"/>
                <a:ext cx="1078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1C944C04-0285-4B63-0546-908387145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2928" y="864980"/>
                <a:ext cx="92450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2" name="Line 30">
                <a:extLst>
                  <a:ext uri="{FF2B5EF4-FFF2-40B4-BE49-F238E27FC236}">
                    <a16:creationId xmlns:a16="http://schemas.microsoft.com/office/drawing/2014/main" id="{7AD863DC-360A-1A4B-A141-85E2D5CF4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0126" y="800961"/>
                <a:ext cx="92450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2FCE9A81-EE3C-BA4A-1052-83D5B4961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4523" y="744563"/>
                <a:ext cx="109259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4" name="Line 32">
                <a:extLst>
                  <a:ext uri="{FF2B5EF4-FFF2-40B4-BE49-F238E27FC236}">
                    <a16:creationId xmlns:a16="http://schemas.microsoft.com/office/drawing/2014/main" id="{52DD6F24-A27F-E05E-3FF7-4D3307E23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1526" y="726272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7AB5538-50B3-DDCC-5CA3-3FBDB27B9758}"/>
                </a:ext>
              </a:extLst>
            </p:cNvPr>
            <p:cNvSpPr/>
            <p:nvPr/>
          </p:nvSpPr>
          <p:spPr>
            <a:xfrm>
              <a:off x="2349845" y="2800388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1904698-44AC-5000-63FF-36D563D960F3}"/>
                </a:ext>
              </a:extLst>
            </p:cNvPr>
            <p:cNvGrpSpPr/>
            <p:nvPr/>
          </p:nvGrpSpPr>
          <p:grpSpPr>
            <a:xfrm>
              <a:off x="2496361" y="2917151"/>
              <a:ext cx="1038527" cy="1098936"/>
              <a:chOff x="788240" y="569342"/>
              <a:chExt cx="484482" cy="563928"/>
            </a:xfrm>
          </p:grpSpPr>
          <p:sp>
            <p:nvSpPr>
              <p:cNvPr id="46" name="AutoShape 75">
                <a:extLst>
                  <a:ext uri="{FF2B5EF4-FFF2-40B4-BE49-F238E27FC236}">
                    <a16:creationId xmlns:a16="http://schemas.microsoft.com/office/drawing/2014/main" id="{9400E74C-DB36-BC7C-99E7-0382DAE1B56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7" name="Oval 77">
                <a:extLst>
                  <a:ext uri="{FF2B5EF4-FFF2-40B4-BE49-F238E27FC236}">
                    <a16:creationId xmlns:a16="http://schemas.microsoft.com/office/drawing/2014/main" id="{577CB850-79AA-F39C-8EE8-FA1B4777A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" name="Oval 78">
                <a:extLst>
                  <a:ext uri="{FF2B5EF4-FFF2-40B4-BE49-F238E27FC236}">
                    <a16:creationId xmlns:a16="http://schemas.microsoft.com/office/drawing/2014/main" id="{51CA0D14-24A8-14F4-237F-D2E495E2C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" name="Oval 79">
                <a:extLst>
                  <a:ext uri="{FF2B5EF4-FFF2-40B4-BE49-F238E27FC236}">
                    <a16:creationId xmlns:a16="http://schemas.microsoft.com/office/drawing/2014/main" id="{902DD397-1E7D-85E5-728F-70D11386A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" name="Oval 80">
                <a:extLst>
                  <a:ext uri="{FF2B5EF4-FFF2-40B4-BE49-F238E27FC236}">
                    <a16:creationId xmlns:a16="http://schemas.microsoft.com/office/drawing/2014/main" id="{CFC333D9-0698-87EC-A104-5605F5063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1" name="Oval 81">
                <a:extLst>
                  <a:ext uri="{FF2B5EF4-FFF2-40B4-BE49-F238E27FC236}">
                    <a16:creationId xmlns:a16="http://schemas.microsoft.com/office/drawing/2014/main" id="{CDD2EA5A-60FF-92D7-B071-B0622F5F0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Oval 82">
                <a:extLst>
                  <a:ext uri="{FF2B5EF4-FFF2-40B4-BE49-F238E27FC236}">
                    <a16:creationId xmlns:a16="http://schemas.microsoft.com/office/drawing/2014/main" id="{6F703662-748D-E2B8-AF82-DFE6D3DD7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3" name="Oval 83">
                <a:extLst>
                  <a:ext uri="{FF2B5EF4-FFF2-40B4-BE49-F238E27FC236}">
                    <a16:creationId xmlns:a16="http://schemas.microsoft.com/office/drawing/2014/main" id="{EE7879BF-6A1D-5B61-1E58-28E7374BF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Oval 84">
                <a:extLst>
                  <a:ext uri="{FF2B5EF4-FFF2-40B4-BE49-F238E27FC236}">
                    <a16:creationId xmlns:a16="http://schemas.microsoft.com/office/drawing/2014/main" id="{B5FEF43E-BB9D-3BED-CF1F-9305311FD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5" name="Oval 85">
                <a:extLst>
                  <a:ext uri="{FF2B5EF4-FFF2-40B4-BE49-F238E27FC236}">
                    <a16:creationId xmlns:a16="http://schemas.microsoft.com/office/drawing/2014/main" id="{2ADAFB2A-E615-B483-1519-409C1929F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Oval 86">
                <a:extLst>
                  <a:ext uri="{FF2B5EF4-FFF2-40B4-BE49-F238E27FC236}">
                    <a16:creationId xmlns:a16="http://schemas.microsoft.com/office/drawing/2014/main" id="{4023BA89-BB31-0D97-7B4C-5035FC1BE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Line 87">
                <a:extLst>
                  <a:ext uri="{FF2B5EF4-FFF2-40B4-BE49-F238E27FC236}">
                    <a16:creationId xmlns:a16="http://schemas.microsoft.com/office/drawing/2014/main" id="{345E5ADE-B112-A741-313A-B19E09220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Line 88">
                <a:extLst>
                  <a:ext uri="{FF2B5EF4-FFF2-40B4-BE49-F238E27FC236}">
                    <a16:creationId xmlns:a16="http://schemas.microsoft.com/office/drawing/2014/main" id="{FC0A50C6-9A8E-30AF-3D4F-EA8C13F6A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Line 89">
                <a:extLst>
                  <a:ext uri="{FF2B5EF4-FFF2-40B4-BE49-F238E27FC236}">
                    <a16:creationId xmlns:a16="http://schemas.microsoft.com/office/drawing/2014/main" id="{7B443BCA-5C5F-7471-4713-7635103BD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Line 90">
                <a:extLst>
                  <a:ext uri="{FF2B5EF4-FFF2-40B4-BE49-F238E27FC236}">
                    <a16:creationId xmlns:a16="http://schemas.microsoft.com/office/drawing/2014/main" id="{C1E2E210-4411-330D-EF26-EFDE390A5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Line 91">
                <a:extLst>
                  <a:ext uri="{FF2B5EF4-FFF2-40B4-BE49-F238E27FC236}">
                    <a16:creationId xmlns:a16="http://schemas.microsoft.com/office/drawing/2014/main" id="{598C3476-03B4-4BDB-C3F1-53CB16276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Line 92">
                <a:extLst>
                  <a:ext uri="{FF2B5EF4-FFF2-40B4-BE49-F238E27FC236}">
                    <a16:creationId xmlns:a16="http://schemas.microsoft.com/office/drawing/2014/main" id="{B565C590-E981-8B76-2933-8628029CE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Oval 93">
                <a:extLst>
                  <a:ext uri="{FF2B5EF4-FFF2-40B4-BE49-F238E27FC236}">
                    <a16:creationId xmlns:a16="http://schemas.microsoft.com/office/drawing/2014/main" id="{DB62E79B-5D9A-0056-8E4C-38302B68D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Oval 94">
                <a:extLst>
                  <a:ext uri="{FF2B5EF4-FFF2-40B4-BE49-F238E27FC236}">
                    <a16:creationId xmlns:a16="http://schemas.microsoft.com/office/drawing/2014/main" id="{92535FD5-4138-6FA5-94C1-F95F43993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Oval 95">
                <a:extLst>
                  <a:ext uri="{FF2B5EF4-FFF2-40B4-BE49-F238E27FC236}">
                    <a16:creationId xmlns:a16="http://schemas.microsoft.com/office/drawing/2014/main" id="{6AE2E409-5D29-9217-A8FE-3E3E28839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Oval 96">
                <a:extLst>
                  <a:ext uri="{FF2B5EF4-FFF2-40B4-BE49-F238E27FC236}">
                    <a16:creationId xmlns:a16="http://schemas.microsoft.com/office/drawing/2014/main" id="{7A958A36-5162-5B77-C721-FFF205E84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Oval 97">
                <a:extLst>
                  <a:ext uri="{FF2B5EF4-FFF2-40B4-BE49-F238E27FC236}">
                    <a16:creationId xmlns:a16="http://schemas.microsoft.com/office/drawing/2014/main" id="{EF0495CB-D72F-919B-6AB8-379D67F5A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Freeform 98">
                <a:extLst>
                  <a:ext uri="{FF2B5EF4-FFF2-40B4-BE49-F238E27FC236}">
                    <a16:creationId xmlns:a16="http://schemas.microsoft.com/office/drawing/2014/main" id="{7B7C5A09-567C-BED1-9122-4B2CFA1DC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Line 99">
                <a:extLst>
                  <a:ext uri="{FF2B5EF4-FFF2-40B4-BE49-F238E27FC236}">
                    <a16:creationId xmlns:a16="http://schemas.microsoft.com/office/drawing/2014/main" id="{DB2636FE-B669-A362-A2A0-F38414BF7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Line 100">
                <a:extLst>
                  <a:ext uri="{FF2B5EF4-FFF2-40B4-BE49-F238E27FC236}">
                    <a16:creationId xmlns:a16="http://schemas.microsoft.com/office/drawing/2014/main" id="{D568CB35-2A11-325C-39EA-27B22EB0A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Line 101">
                <a:extLst>
                  <a:ext uri="{FF2B5EF4-FFF2-40B4-BE49-F238E27FC236}">
                    <a16:creationId xmlns:a16="http://schemas.microsoft.com/office/drawing/2014/main" id="{55940669-E053-E7C7-0250-1300ED261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Line 102">
                <a:extLst>
                  <a:ext uri="{FF2B5EF4-FFF2-40B4-BE49-F238E27FC236}">
                    <a16:creationId xmlns:a16="http://schemas.microsoft.com/office/drawing/2014/main" id="{F65DBC3A-B06D-58E3-9934-87CE19D50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Line 103">
                <a:extLst>
                  <a:ext uri="{FF2B5EF4-FFF2-40B4-BE49-F238E27FC236}">
                    <a16:creationId xmlns:a16="http://schemas.microsoft.com/office/drawing/2014/main" id="{CDC5F8C7-9B32-0F71-1180-E8A19737C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Line 104">
                <a:extLst>
                  <a:ext uri="{FF2B5EF4-FFF2-40B4-BE49-F238E27FC236}">
                    <a16:creationId xmlns:a16="http://schemas.microsoft.com/office/drawing/2014/main" id="{72CE98A3-2A07-5091-A943-D14112DE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Oval 105">
                <a:extLst>
                  <a:ext uri="{FF2B5EF4-FFF2-40B4-BE49-F238E27FC236}">
                    <a16:creationId xmlns:a16="http://schemas.microsoft.com/office/drawing/2014/main" id="{F06FCCD9-86C9-3B4B-0583-003D0B322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6" name="Oval 106">
                <a:extLst>
                  <a:ext uri="{FF2B5EF4-FFF2-40B4-BE49-F238E27FC236}">
                    <a16:creationId xmlns:a16="http://schemas.microsoft.com/office/drawing/2014/main" id="{D5828081-2E57-53BF-F927-526805FDD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7" name="Oval 107">
                <a:extLst>
                  <a:ext uri="{FF2B5EF4-FFF2-40B4-BE49-F238E27FC236}">
                    <a16:creationId xmlns:a16="http://schemas.microsoft.com/office/drawing/2014/main" id="{896D4A30-D578-C2BB-2423-B7A528F2F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8" name="Oval 108">
                <a:extLst>
                  <a:ext uri="{FF2B5EF4-FFF2-40B4-BE49-F238E27FC236}">
                    <a16:creationId xmlns:a16="http://schemas.microsoft.com/office/drawing/2014/main" id="{6763875E-5366-E427-C27E-DD1D2C24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9" name="Line 109">
                <a:extLst>
                  <a:ext uri="{FF2B5EF4-FFF2-40B4-BE49-F238E27FC236}">
                    <a16:creationId xmlns:a16="http://schemas.microsoft.com/office/drawing/2014/main" id="{07EE3E51-B835-0605-E722-BC0187D54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0" name="Line 110">
                <a:extLst>
                  <a:ext uri="{FF2B5EF4-FFF2-40B4-BE49-F238E27FC236}">
                    <a16:creationId xmlns:a16="http://schemas.microsoft.com/office/drawing/2014/main" id="{0B05514F-666D-28DD-51C2-D290DB7F1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1" name="Line 111">
                <a:extLst>
                  <a:ext uri="{FF2B5EF4-FFF2-40B4-BE49-F238E27FC236}">
                    <a16:creationId xmlns:a16="http://schemas.microsoft.com/office/drawing/2014/main" id="{65BD1437-256B-5E59-2A8E-C7445906D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2" name="Line 112">
                <a:extLst>
                  <a:ext uri="{FF2B5EF4-FFF2-40B4-BE49-F238E27FC236}">
                    <a16:creationId xmlns:a16="http://schemas.microsoft.com/office/drawing/2014/main" id="{3BF68EBC-6598-A161-46CB-249F70DB3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3" name="Line 113">
                <a:extLst>
                  <a:ext uri="{FF2B5EF4-FFF2-40B4-BE49-F238E27FC236}">
                    <a16:creationId xmlns:a16="http://schemas.microsoft.com/office/drawing/2014/main" id="{A99803F0-E655-FD90-4162-29ECFC193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4" name="Line 114">
                <a:extLst>
                  <a:ext uri="{FF2B5EF4-FFF2-40B4-BE49-F238E27FC236}">
                    <a16:creationId xmlns:a16="http://schemas.microsoft.com/office/drawing/2014/main" id="{96EF2366-6E28-5BFB-247F-1A433BD58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5" name="Line 115">
                <a:extLst>
                  <a:ext uri="{FF2B5EF4-FFF2-40B4-BE49-F238E27FC236}">
                    <a16:creationId xmlns:a16="http://schemas.microsoft.com/office/drawing/2014/main" id="{C63514DB-D935-5EC3-6898-EC8150F1C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6" name="Line 116">
                <a:extLst>
                  <a:ext uri="{FF2B5EF4-FFF2-40B4-BE49-F238E27FC236}">
                    <a16:creationId xmlns:a16="http://schemas.microsoft.com/office/drawing/2014/main" id="{8A9A232A-BB0D-26D4-EBCA-9173087E2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7" name="Line 117">
                <a:extLst>
                  <a:ext uri="{FF2B5EF4-FFF2-40B4-BE49-F238E27FC236}">
                    <a16:creationId xmlns:a16="http://schemas.microsoft.com/office/drawing/2014/main" id="{0C3C38AB-B103-BDDC-B97D-EE8CC360B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8" name="Line 118">
                <a:extLst>
                  <a:ext uri="{FF2B5EF4-FFF2-40B4-BE49-F238E27FC236}">
                    <a16:creationId xmlns:a16="http://schemas.microsoft.com/office/drawing/2014/main" id="{26EC71AD-2337-2103-F141-5A6C04B01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9" name="Line 119">
                <a:extLst>
                  <a:ext uri="{FF2B5EF4-FFF2-40B4-BE49-F238E27FC236}">
                    <a16:creationId xmlns:a16="http://schemas.microsoft.com/office/drawing/2014/main" id="{F5CF5F30-10F6-1D21-9ADD-744DF0053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0" name="Line 120">
                <a:extLst>
                  <a:ext uri="{FF2B5EF4-FFF2-40B4-BE49-F238E27FC236}">
                    <a16:creationId xmlns:a16="http://schemas.microsoft.com/office/drawing/2014/main" id="{46B6BDBA-7F92-996D-49CF-B6BE48682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6B158DE-3FEA-D39D-954C-8C4DFB3C470A}"/>
                </a:ext>
              </a:extLst>
            </p:cNvPr>
            <p:cNvSpPr/>
            <p:nvPr/>
          </p:nvSpPr>
          <p:spPr>
            <a:xfrm>
              <a:off x="8503383" y="4773193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08F45E92-091C-AFC9-C5C3-85DBC511FBA1}"/>
                </a:ext>
              </a:extLst>
            </p:cNvPr>
            <p:cNvGrpSpPr/>
            <p:nvPr/>
          </p:nvGrpSpPr>
          <p:grpSpPr>
            <a:xfrm>
              <a:off x="8661976" y="4955864"/>
              <a:ext cx="1021586" cy="964919"/>
              <a:chOff x="1801813" y="2279650"/>
              <a:chExt cx="636587" cy="627063"/>
            </a:xfrm>
          </p:grpSpPr>
          <p:sp>
            <p:nvSpPr>
              <p:cNvPr id="92" name="AutoShape 34">
                <a:extLst>
                  <a:ext uri="{FF2B5EF4-FFF2-40B4-BE49-F238E27FC236}">
                    <a16:creationId xmlns:a16="http://schemas.microsoft.com/office/drawing/2014/main" id="{24F96037-5ECD-9B6D-0F0E-8E2414D68C6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801813" y="2279650"/>
                <a:ext cx="636587" cy="627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3" name="Oval 36">
                <a:extLst>
                  <a:ext uri="{FF2B5EF4-FFF2-40B4-BE49-F238E27FC236}">
                    <a16:creationId xmlns:a16="http://schemas.microsoft.com/office/drawing/2014/main" id="{98F3DB05-10F2-278D-A24B-183D6D50C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455863"/>
                <a:ext cx="115887" cy="115888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4" name="Freeform 37">
                <a:extLst>
                  <a:ext uri="{FF2B5EF4-FFF2-40B4-BE49-F238E27FC236}">
                    <a16:creationId xmlns:a16="http://schemas.microsoft.com/office/drawing/2014/main" id="{F7AAA413-DEE6-C4E7-C140-2606449BB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213" y="2455863"/>
                <a:ext cx="115887" cy="115888"/>
              </a:xfrm>
              <a:custGeom>
                <a:avLst/>
                <a:gdLst>
                  <a:gd name="T0" fmla="*/ 73 w 73"/>
                  <a:gd name="T1" fmla="*/ 37 h 73"/>
                  <a:gd name="T2" fmla="*/ 36 w 73"/>
                  <a:gd name="T3" fmla="*/ 0 h 73"/>
                  <a:gd name="T4" fmla="*/ 0 w 73"/>
                  <a:gd name="T5" fmla="*/ 37 h 73"/>
                  <a:gd name="T6" fmla="*/ 36 w 73"/>
                  <a:gd name="T7" fmla="*/ 73 h 73"/>
                  <a:gd name="T8" fmla="*/ 73 w 73"/>
                  <a:gd name="T9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cubicBezTo>
                      <a:pt x="73" y="16"/>
                      <a:pt x="56" y="0"/>
                      <a:pt x="36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56"/>
                      <a:pt x="16" y="73"/>
                      <a:pt x="36" y="73"/>
                    </a:cubicBezTo>
                    <a:cubicBezTo>
                      <a:pt x="56" y="73"/>
                      <a:pt x="73" y="56"/>
                      <a:pt x="73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5" name="Oval 38">
                <a:extLst>
                  <a:ext uri="{FF2B5EF4-FFF2-40B4-BE49-F238E27FC236}">
                    <a16:creationId xmlns:a16="http://schemas.microsoft.com/office/drawing/2014/main" id="{E20863B4-53DF-36C2-1901-AC80B64BD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6" name="Oval 39">
                <a:extLst>
                  <a:ext uri="{FF2B5EF4-FFF2-40B4-BE49-F238E27FC236}">
                    <a16:creationId xmlns:a16="http://schemas.microsoft.com/office/drawing/2014/main" id="{97E2091A-7A99-7228-9C08-8C5B96691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7" name="Oval 40">
                <a:extLst>
                  <a:ext uri="{FF2B5EF4-FFF2-40B4-BE49-F238E27FC236}">
                    <a16:creationId xmlns:a16="http://schemas.microsoft.com/office/drawing/2014/main" id="{6F580D0F-46E8-C29E-E930-C35963DF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8" name="Oval 41">
                <a:extLst>
                  <a:ext uri="{FF2B5EF4-FFF2-40B4-BE49-F238E27FC236}">
                    <a16:creationId xmlns:a16="http://schemas.microsoft.com/office/drawing/2014/main" id="{943EFF0E-767A-8914-6113-6266C1462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9" name="Oval 42">
                <a:extLst>
                  <a:ext uri="{FF2B5EF4-FFF2-40B4-BE49-F238E27FC236}">
                    <a16:creationId xmlns:a16="http://schemas.microsoft.com/office/drawing/2014/main" id="{66028095-3879-2E74-69A6-3B055AB32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rgbClr val="E8EEF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0" name="Oval 43">
                <a:extLst>
                  <a:ext uri="{FF2B5EF4-FFF2-40B4-BE49-F238E27FC236}">
                    <a16:creationId xmlns:a16="http://schemas.microsoft.com/office/drawing/2014/main" id="{A268F26E-52E6-C3FC-B331-D9AE65678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1" name="Oval 44">
                <a:extLst>
                  <a:ext uri="{FF2B5EF4-FFF2-40B4-BE49-F238E27FC236}">
                    <a16:creationId xmlns:a16="http://schemas.microsoft.com/office/drawing/2014/main" id="{67E52C93-543D-DC87-007D-DBA3969AA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2" name="Oval 45">
                <a:extLst>
                  <a:ext uri="{FF2B5EF4-FFF2-40B4-BE49-F238E27FC236}">
                    <a16:creationId xmlns:a16="http://schemas.microsoft.com/office/drawing/2014/main" id="{1944B705-3974-2D2F-AF23-1107AEC84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3" name="Line 46">
                <a:extLst>
                  <a:ext uri="{FF2B5EF4-FFF2-40B4-BE49-F238E27FC236}">
                    <a16:creationId xmlns:a16="http://schemas.microsoft.com/office/drawing/2014/main" id="{2FEEE15C-C4EF-6F81-29ED-3AE064929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500313"/>
                <a:ext cx="115887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4" name="Line 47">
                <a:extLst>
                  <a:ext uri="{FF2B5EF4-FFF2-40B4-BE49-F238E27FC236}">
                    <a16:creationId xmlns:a16="http://schemas.microsoft.com/office/drawing/2014/main" id="{0603E466-436F-F9FF-1FDD-03C8F0627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050" y="2354263"/>
                <a:ext cx="134937" cy="1174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5" name="Line 48">
                <a:extLst>
                  <a:ext uri="{FF2B5EF4-FFF2-40B4-BE49-F238E27FC236}">
                    <a16:creationId xmlns:a16="http://schemas.microsoft.com/office/drawing/2014/main" id="{C1F98EB5-3769-9E92-D5A4-157E970D0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1513" y="2524125"/>
                <a:ext cx="123825" cy="1158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6" name="Line 49">
                <a:extLst>
                  <a:ext uri="{FF2B5EF4-FFF2-40B4-BE49-F238E27FC236}">
                    <a16:creationId xmlns:a16="http://schemas.microsoft.com/office/drawing/2014/main" id="{261EC42D-738D-C6BB-C90A-E987667F9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7700" y="2379663"/>
                <a:ext cx="144462" cy="2397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7" name="Line 50">
                <a:extLst>
                  <a:ext uri="{FF2B5EF4-FFF2-40B4-BE49-F238E27FC236}">
                    <a16:creationId xmlns:a16="http://schemas.microsoft.com/office/drawing/2014/main" id="{BC986F2C-D82D-86A6-FD69-A72759387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988" y="2519363"/>
                <a:ext cx="127000" cy="1143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8" name="Line 51">
                <a:extLst>
                  <a:ext uri="{FF2B5EF4-FFF2-40B4-BE49-F238E27FC236}">
                    <a16:creationId xmlns:a16="http://schemas.microsoft.com/office/drawing/2014/main" id="{C8B72B1F-823E-2245-F096-E01DCA9AF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662238"/>
                <a:ext cx="114300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9" name="Line 52">
                <a:extLst>
                  <a:ext uri="{FF2B5EF4-FFF2-40B4-BE49-F238E27FC236}">
                    <a16:creationId xmlns:a16="http://schemas.microsoft.com/office/drawing/2014/main" id="{33C53DFD-C6E5-88F5-8618-FF5FF3F36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351088"/>
                <a:ext cx="128587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0" name="Line 53">
                <a:extLst>
                  <a:ext uri="{FF2B5EF4-FFF2-40B4-BE49-F238E27FC236}">
                    <a16:creationId xmlns:a16="http://schemas.microsoft.com/office/drawing/2014/main" id="{8B7062EA-E429-59C4-2DEF-D5E0A4395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771775"/>
                <a:ext cx="128587" cy="460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1" name="Line 54">
                <a:extLst>
                  <a:ext uri="{FF2B5EF4-FFF2-40B4-BE49-F238E27FC236}">
                    <a16:creationId xmlns:a16="http://schemas.microsoft.com/office/drawing/2014/main" id="{1FA4D3C2-11FC-8F64-7332-69278B1E1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632075"/>
                <a:ext cx="146050" cy="1635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2" name="Line 55">
                <a:extLst>
                  <a:ext uri="{FF2B5EF4-FFF2-40B4-BE49-F238E27FC236}">
                    <a16:creationId xmlns:a16="http://schemas.microsoft.com/office/drawing/2014/main" id="{7A6492D5-7547-8525-DBDF-FE8B152C8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8050" y="2428875"/>
                <a:ext cx="120650" cy="8255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3" name="Line 56">
                <a:extLst>
                  <a:ext uri="{FF2B5EF4-FFF2-40B4-BE49-F238E27FC236}">
                    <a16:creationId xmlns:a16="http://schemas.microsoft.com/office/drawing/2014/main" id="{D100EE4A-B789-9E30-D50F-513FC2D8B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455863"/>
                <a:ext cx="133350" cy="1825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4" name="Line 57">
                <a:extLst>
                  <a:ext uri="{FF2B5EF4-FFF2-40B4-BE49-F238E27FC236}">
                    <a16:creationId xmlns:a16="http://schemas.microsoft.com/office/drawing/2014/main" id="{CD71BCD1-0814-914C-C7BD-6890979B0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676525"/>
                <a:ext cx="123825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5" name="Oval 58">
                <a:extLst>
                  <a:ext uri="{FF2B5EF4-FFF2-40B4-BE49-F238E27FC236}">
                    <a16:creationId xmlns:a16="http://schemas.microsoft.com/office/drawing/2014/main" id="{EAC6FA75-0AC1-2B84-F5D3-1950A20D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6" name="Oval 59">
                <a:extLst>
                  <a:ext uri="{FF2B5EF4-FFF2-40B4-BE49-F238E27FC236}">
                    <a16:creationId xmlns:a16="http://schemas.microsoft.com/office/drawing/2014/main" id="{4E17F997-6284-8B82-2720-D0EA6E14E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7" name="Oval 60">
                <a:extLst>
                  <a:ext uri="{FF2B5EF4-FFF2-40B4-BE49-F238E27FC236}">
                    <a16:creationId xmlns:a16="http://schemas.microsoft.com/office/drawing/2014/main" id="{E5AEA58C-2785-EEEC-9967-167037D4E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8" name="Oval 61">
                <a:extLst>
                  <a:ext uri="{FF2B5EF4-FFF2-40B4-BE49-F238E27FC236}">
                    <a16:creationId xmlns:a16="http://schemas.microsoft.com/office/drawing/2014/main" id="{B090C677-0092-1447-6C9C-D3ED48218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9" name="Oval 62">
                <a:extLst>
                  <a:ext uri="{FF2B5EF4-FFF2-40B4-BE49-F238E27FC236}">
                    <a16:creationId xmlns:a16="http://schemas.microsoft.com/office/drawing/2014/main" id="{235BA997-AFAA-C49E-58CF-A0C17A251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0" name="Oval 63">
                <a:extLst>
                  <a:ext uri="{FF2B5EF4-FFF2-40B4-BE49-F238E27FC236}">
                    <a16:creationId xmlns:a16="http://schemas.microsoft.com/office/drawing/2014/main" id="{91928BCC-2525-5D27-9E8E-284FED41B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1" name="Line 64">
                <a:extLst>
                  <a:ext uri="{FF2B5EF4-FFF2-40B4-BE49-F238E27FC236}">
                    <a16:creationId xmlns:a16="http://schemas.microsoft.com/office/drawing/2014/main" id="{E9C38D82-43DC-DF65-4573-43A735390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614613"/>
                <a:ext cx="122237" cy="428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2" name="Line 65">
                <a:extLst>
                  <a:ext uri="{FF2B5EF4-FFF2-40B4-BE49-F238E27FC236}">
                    <a16:creationId xmlns:a16="http://schemas.microsoft.com/office/drawing/2014/main" id="{B644EEFE-EBB7-C5F3-5BFC-8B1EC0C79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938" y="2543175"/>
                <a:ext cx="142875" cy="168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3" name="Line 66">
                <a:extLst>
                  <a:ext uri="{FF2B5EF4-FFF2-40B4-BE49-F238E27FC236}">
                    <a16:creationId xmlns:a16="http://schemas.microsoft.com/office/drawing/2014/main" id="{7BA32B0B-D6EF-0FB8-1FE8-ED1C3C3CA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1700" y="2382838"/>
                <a:ext cx="138112" cy="176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4" name="Oval 67">
                <a:extLst>
                  <a:ext uri="{FF2B5EF4-FFF2-40B4-BE49-F238E27FC236}">
                    <a16:creationId xmlns:a16="http://schemas.microsoft.com/office/drawing/2014/main" id="{B8B7B85C-99A0-8D35-D446-94EF83A14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768600"/>
                <a:ext cx="115887" cy="114300"/>
              </a:xfrm>
              <a:prstGeom prst="ellipse">
                <a:avLst/>
              </a:prstGeom>
              <a:solidFill>
                <a:schemeClr val="accent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5" name="Freeform 68">
                <a:extLst>
                  <a:ext uri="{FF2B5EF4-FFF2-40B4-BE49-F238E27FC236}">
                    <a16:creationId xmlns:a16="http://schemas.microsoft.com/office/drawing/2014/main" id="{F277FF69-820B-52FE-D29E-60FEDDF15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988" y="2768600"/>
                <a:ext cx="115887" cy="114300"/>
              </a:xfrm>
              <a:custGeom>
                <a:avLst/>
                <a:gdLst>
                  <a:gd name="T0" fmla="*/ 73 w 73"/>
                  <a:gd name="T1" fmla="*/ 35 h 72"/>
                  <a:gd name="T2" fmla="*/ 37 w 73"/>
                  <a:gd name="T3" fmla="*/ 0 h 72"/>
                  <a:gd name="T4" fmla="*/ 0 w 73"/>
                  <a:gd name="T5" fmla="*/ 35 h 72"/>
                  <a:gd name="T6" fmla="*/ 37 w 73"/>
                  <a:gd name="T7" fmla="*/ 72 h 72"/>
                  <a:gd name="T8" fmla="*/ 73 w 73"/>
                  <a:gd name="T9" fmla="*/ 3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2">
                    <a:moveTo>
                      <a:pt x="73" y="35"/>
                    </a:moveTo>
                    <a:cubicBezTo>
                      <a:pt x="73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5"/>
                    </a:cubicBezTo>
                    <a:cubicBezTo>
                      <a:pt x="0" y="56"/>
                      <a:pt x="17" y="72"/>
                      <a:pt x="37" y="72"/>
                    </a:cubicBezTo>
                    <a:cubicBezTo>
                      <a:pt x="57" y="72"/>
                      <a:pt x="73" y="56"/>
                      <a:pt x="73" y="35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6" name="Line 69">
                <a:extLst>
                  <a:ext uri="{FF2B5EF4-FFF2-40B4-BE49-F238E27FC236}">
                    <a16:creationId xmlns:a16="http://schemas.microsoft.com/office/drawing/2014/main" id="{A1382801-409F-E7A0-3EDA-15CBD6153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463" y="2557463"/>
                <a:ext cx="149225" cy="2317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7" name="Line 70">
                <a:extLst>
                  <a:ext uri="{FF2B5EF4-FFF2-40B4-BE49-F238E27FC236}">
                    <a16:creationId xmlns:a16="http://schemas.microsoft.com/office/drawing/2014/main" id="{AF604486-389F-AE0B-4E48-9544429EA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5" y="2684463"/>
                <a:ext cx="120650" cy="1285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8" name="Line 71">
                <a:extLst>
                  <a:ext uri="{FF2B5EF4-FFF2-40B4-BE49-F238E27FC236}">
                    <a16:creationId xmlns:a16="http://schemas.microsoft.com/office/drawing/2014/main" id="{C3535299-C5F3-38D3-4D12-58B20F0BA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3288" y="2527300"/>
                <a:ext cx="127000" cy="49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9" name="Line 72">
                <a:extLst>
                  <a:ext uri="{FF2B5EF4-FFF2-40B4-BE49-F238E27FC236}">
                    <a16:creationId xmlns:a16="http://schemas.microsoft.com/office/drawing/2014/main" id="{DD87D4D5-24C9-69B6-E9B0-44F558F33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588" y="2403475"/>
                <a:ext cx="161925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0" name="Line 73">
                <a:extLst>
                  <a:ext uri="{FF2B5EF4-FFF2-40B4-BE49-F238E27FC236}">
                    <a16:creationId xmlns:a16="http://schemas.microsoft.com/office/drawing/2014/main" id="{7390D68F-CB08-FC71-6E55-453684AF1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9475" y="2481263"/>
                <a:ext cx="165100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E1C7BF9-67D0-A169-A634-BA28CD48ACC6}"/>
                </a:ext>
              </a:extLst>
            </p:cNvPr>
            <p:cNvSpPr/>
            <p:nvPr/>
          </p:nvSpPr>
          <p:spPr>
            <a:xfrm>
              <a:off x="5458364" y="4754532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71EB1BD4-C0C1-976F-1614-7AE87D14B174}"/>
                </a:ext>
              </a:extLst>
            </p:cNvPr>
            <p:cNvGrpSpPr/>
            <p:nvPr/>
          </p:nvGrpSpPr>
          <p:grpSpPr>
            <a:xfrm>
              <a:off x="5616170" y="4874450"/>
              <a:ext cx="1038527" cy="1098936"/>
              <a:chOff x="788240" y="569342"/>
              <a:chExt cx="484482" cy="563928"/>
            </a:xfrm>
          </p:grpSpPr>
          <p:sp>
            <p:nvSpPr>
              <p:cNvPr id="132" name="AutoShape 75">
                <a:extLst>
                  <a:ext uri="{FF2B5EF4-FFF2-40B4-BE49-F238E27FC236}">
                    <a16:creationId xmlns:a16="http://schemas.microsoft.com/office/drawing/2014/main" id="{3E64A5FB-F360-A015-E451-9EAEC4CDA121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3" name="Oval 77">
                <a:extLst>
                  <a:ext uri="{FF2B5EF4-FFF2-40B4-BE49-F238E27FC236}">
                    <a16:creationId xmlns:a16="http://schemas.microsoft.com/office/drawing/2014/main" id="{229A2488-5252-EDEE-814D-39C159DF4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4" name="Oval 78">
                <a:extLst>
                  <a:ext uri="{FF2B5EF4-FFF2-40B4-BE49-F238E27FC236}">
                    <a16:creationId xmlns:a16="http://schemas.microsoft.com/office/drawing/2014/main" id="{3A16B014-74B9-AB8D-BC30-C1B63D84C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5" name="Oval 79">
                <a:extLst>
                  <a:ext uri="{FF2B5EF4-FFF2-40B4-BE49-F238E27FC236}">
                    <a16:creationId xmlns:a16="http://schemas.microsoft.com/office/drawing/2014/main" id="{74FE967D-1619-B722-316A-7BEB07FF4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6" name="Oval 80">
                <a:extLst>
                  <a:ext uri="{FF2B5EF4-FFF2-40B4-BE49-F238E27FC236}">
                    <a16:creationId xmlns:a16="http://schemas.microsoft.com/office/drawing/2014/main" id="{1A904551-746D-3953-4F02-753215F90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7" name="Oval 81">
                <a:extLst>
                  <a:ext uri="{FF2B5EF4-FFF2-40B4-BE49-F238E27FC236}">
                    <a16:creationId xmlns:a16="http://schemas.microsoft.com/office/drawing/2014/main" id="{A3366B6A-037A-D0CC-5BDC-2D6E88BBB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8" name="Oval 82">
                <a:extLst>
                  <a:ext uri="{FF2B5EF4-FFF2-40B4-BE49-F238E27FC236}">
                    <a16:creationId xmlns:a16="http://schemas.microsoft.com/office/drawing/2014/main" id="{8E2B5DC5-19E5-882C-520B-4735BF1CE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9" name="Oval 83">
                <a:extLst>
                  <a:ext uri="{FF2B5EF4-FFF2-40B4-BE49-F238E27FC236}">
                    <a16:creationId xmlns:a16="http://schemas.microsoft.com/office/drawing/2014/main" id="{918139DE-3B11-DB77-6B06-F4A815D17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0" name="Oval 84">
                <a:extLst>
                  <a:ext uri="{FF2B5EF4-FFF2-40B4-BE49-F238E27FC236}">
                    <a16:creationId xmlns:a16="http://schemas.microsoft.com/office/drawing/2014/main" id="{0974FDBF-DF5B-B339-8941-72584FBE8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1" name="Oval 85">
                <a:extLst>
                  <a:ext uri="{FF2B5EF4-FFF2-40B4-BE49-F238E27FC236}">
                    <a16:creationId xmlns:a16="http://schemas.microsoft.com/office/drawing/2014/main" id="{A99685C4-1DC0-1489-6A8A-54D59EA24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2" name="Oval 86">
                <a:extLst>
                  <a:ext uri="{FF2B5EF4-FFF2-40B4-BE49-F238E27FC236}">
                    <a16:creationId xmlns:a16="http://schemas.microsoft.com/office/drawing/2014/main" id="{2873C07B-8363-BA59-21AB-8F16BD35E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" name="Line 87">
                <a:extLst>
                  <a:ext uri="{FF2B5EF4-FFF2-40B4-BE49-F238E27FC236}">
                    <a16:creationId xmlns:a16="http://schemas.microsoft.com/office/drawing/2014/main" id="{3596D670-EE20-B4BE-E71E-4DF79240F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" name="Line 88">
                <a:extLst>
                  <a:ext uri="{FF2B5EF4-FFF2-40B4-BE49-F238E27FC236}">
                    <a16:creationId xmlns:a16="http://schemas.microsoft.com/office/drawing/2014/main" id="{84F1C4D7-52B0-BC78-5F72-970B7964B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" name="Line 89">
                <a:extLst>
                  <a:ext uri="{FF2B5EF4-FFF2-40B4-BE49-F238E27FC236}">
                    <a16:creationId xmlns:a16="http://schemas.microsoft.com/office/drawing/2014/main" id="{098DFBA4-201F-3D92-B93C-AC4DB4955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" name="Line 90">
                <a:extLst>
                  <a:ext uri="{FF2B5EF4-FFF2-40B4-BE49-F238E27FC236}">
                    <a16:creationId xmlns:a16="http://schemas.microsoft.com/office/drawing/2014/main" id="{2BE65E4B-4603-3C7C-C759-1D36299A3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" name="Line 91">
                <a:extLst>
                  <a:ext uri="{FF2B5EF4-FFF2-40B4-BE49-F238E27FC236}">
                    <a16:creationId xmlns:a16="http://schemas.microsoft.com/office/drawing/2014/main" id="{C938FB34-5395-96AD-30D0-7343DD12A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8" name="Line 92">
                <a:extLst>
                  <a:ext uri="{FF2B5EF4-FFF2-40B4-BE49-F238E27FC236}">
                    <a16:creationId xmlns:a16="http://schemas.microsoft.com/office/drawing/2014/main" id="{3B2EB2EF-257C-AFE3-0212-0E545B20A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" name="Oval 93">
                <a:extLst>
                  <a:ext uri="{FF2B5EF4-FFF2-40B4-BE49-F238E27FC236}">
                    <a16:creationId xmlns:a16="http://schemas.microsoft.com/office/drawing/2014/main" id="{5628B98A-E8D5-1CA1-9BE7-C0F93F54B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" name="Oval 94">
                <a:extLst>
                  <a:ext uri="{FF2B5EF4-FFF2-40B4-BE49-F238E27FC236}">
                    <a16:creationId xmlns:a16="http://schemas.microsoft.com/office/drawing/2014/main" id="{83B3A997-BB3C-220B-C129-300DFADA8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" name="Oval 95">
                <a:extLst>
                  <a:ext uri="{FF2B5EF4-FFF2-40B4-BE49-F238E27FC236}">
                    <a16:creationId xmlns:a16="http://schemas.microsoft.com/office/drawing/2014/main" id="{7B812A49-DA1A-B7D2-4A99-36572369A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" name="Oval 96">
                <a:extLst>
                  <a:ext uri="{FF2B5EF4-FFF2-40B4-BE49-F238E27FC236}">
                    <a16:creationId xmlns:a16="http://schemas.microsoft.com/office/drawing/2014/main" id="{BA6B7070-0D6D-E75E-4807-20EC700E5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" name="Oval 97">
                <a:extLst>
                  <a:ext uri="{FF2B5EF4-FFF2-40B4-BE49-F238E27FC236}">
                    <a16:creationId xmlns:a16="http://schemas.microsoft.com/office/drawing/2014/main" id="{DB964A5E-7948-DA62-BB91-54F03EEAB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4" name="Freeform 98">
                <a:extLst>
                  <a:ext uri="{FF2B5EF4-FFF2-40B4-BE49-F238E27FC236}">
                    <a16:creationId xmlns:a16="http://schemas.microsoft.com/office/drawing/2014/main" id="{9571C505-C096-1E30-D888-844449178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5" name="Line 99">
                <a:extLst>
                  <a:ext uri="{FF2B5EF4-FFF2-40B4-BE49-F238E27FC236}">
                    <a16:creationId xmlns:a16="http://schemas.microsoft.com/office/drawing/2014/main" id="{38D477B8-F2A2-EC2A-F888-59D6D57AB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6" name="Line 100">
                <a:extLst>
                  <a:ext uri="{FF2B5EF4-FFF2-40B4-BE49-F238E27FC236}">
                    <a16:creationId xmlns:a16="http://schemas.microsoft.com/office/drawing/2014/main" id="{B56F9EC0-A5ED-8452-4AC9-649FC9431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7" name="Line 101">
                <a:extLst>
                  <a:ext uri="{FF2B5EF4-FFF2-40B4-BE49-F238E27FC236}">
                    <a16:creationId xmlns:a16="http://schemas.microsoft.com/office/drawing/2014/main" id="{540BF83F-1951-EBC9-C606-171C05966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8" name="Line 102">
                <a:extLst>
                  <a:ext uri="{FF2B5EF4-FFF2-40B4-BE49-F238E27FC236}">
                    <a16:creationId xmlns:a16="http://schemas.microsoft.com/office/drawing/2014/main" id="{887DB385-DA43-F7A5-4183-4D62E864C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9" name="Line 103">
                <a:extLst>
                  <a:ext uri="{FF2B5EF4-FFF2-40B4-BE49-F238E27FC236}">
                    <a16:creationId xmlns:a16="http://schemas.microsoft.com/office/drawing/2014/main" id="{AC88DE61-EDED-8DD1-3C66-00862DD51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0" name="Line 104">
                <a:extLst>
                  <a:ext uri="{FF2B5EF4-FFF2-40B4-BE49-F238E27FC236}">
                    <a16:creationId xmlns:a16="http://schemas.microsoft.com/office/drawing/2014/main" id="{B67B4B9B-B905-AB04-45FE-149826252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1" name="Oval 105">
                <a:extLst>
                  <a:ext uri="{FF2B5EF4-FFF2-40B4-BE49-F238E27FC236}">
                    <a16:creationId xmlns:a16="http://schemas.microsoft.com/office/drawing/2014/main" id="{18866831-C8D0-D1F7-B0A5-224DE40C0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2" name="Oval 106">
                <a:extLst>
                  <a:ext uri="{FF2B5EF4-FFF2-40B4-BE49-F238E27FC236}">
                    <a16:creationId xmlns:a16="http://schemas.microsoft.com/office/drawing/2014/main" id="{92DF7797-64A0-6124-AD58-556324463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3" name="Oval 107">
                <a:extLst>
                  <a:ext uri="{FF2B5EF4-FFF2-40B4-BE49-F238E27FC236}">
                    <a16:creationId xmlns:a16="http://schemas.microsoft.com/office/drawing/2014/main" id="{F2F989A9-F0FE-C307-F7F3-E3460430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DA9792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4" name="Oval 108">
                <a:extLst>
                  <a:ext uri="{FF2B5EF4-FFF2-40B4-BE49-F238E27FC236}">
                    <a16:creationId xmlns:a16="http://schemas.microsoft.com/office/drawing/2014/main" id="{6C18685F-AA8D-E3C8-1434-28808CECB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5" name="Line 109">
                <a:extLst>
                  <a:ext uri="{FF2B5EF4-FFF2-40B4-BE49-F238E27FC236}">
                    <a16:creationId xmlns:a16="http://schemas.microsoft.com/office/drawing/2014/main" id="{420B2232-056A-DAE5-8FF7-EEBAFE292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6" name="Line 110">
                <a:extLst>
                  <a:ext uri="{FF2B5EF4-FFF2-40B4-BE49-F238E27FC236}">
                    <a16:creationId xmlns:a16="http://schemas.microsoft.com/office/drawing/2014/main" id="{141D35AB-0B9C-1C66-3C17-F6A7B08E5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7" name="Line 111">
                <a:extLst>
                  <a:ext uri="{FF2B5EF4-FFF2-40B4-BE49-F238E27FC236}">
                    <a16:creationId xmlns:a16="http://schemas.microsoft.com/office/drawing/2014/main" id="{B2908B20-6FD4-6A67-3C02-2C4A29CFA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8" name="Line 112">
                <a:extLst>
                  <a:ext uri="{FF2B5EF4-FFF2-40B4-BE49-F238E27FC236}">
                    <a16:creationId xmlns:a16="http://schemas.microsoft.com/office/drawing/2014/main" id="{771D983A-E83D-4EDB-E0ED-8A2A5BAEF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9" name="Line 113">
                <a:extLst>
                  <a:ext uri="{FF2B5EF4-FFF2-40B4-BE49-F238E27FC236}">
                    <a16:creationId xmlns:a16="http://schemas.microsoft.com/office/drawing/2014/main" id="{F9F2F045-A9E5-8D28-5381-F29FB0DDA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0" name="Line 114">
                <a:extLst>
                  <a:ext uri="{FF2B5EF4-FFF2-40B4-BE49-F238E27FC236}">
                    <a16:creationId xmlns:a16="http://schemas.microsoft.com/office/drawing/2014/main" id="{AF2173C2-97D1-F27A-2DBE-B9AEC7C44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1" name="Line 115">
                <a:extLst>
                  <a:ext uri="{FF2B5EF4-FFF2-40B4-BE49-F238E27FC236}">
                    <a16:creationId xmlns:a16="http://schemas.microsoft.com/office/drawing/2014/main" id="{46A73833-2E29-FEE3-2A87-AD71FC6A3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2" name="Line 116">
                <a:extLst>
                  <a:ext uri="{FF2B5EF4-FFF2-40B4-BE49-F238E27FC236}">
                    <a16:creationId xmlns:a16="http://schemas.microsoft.com/office/drawing/2014/main" id="{0C4E02FE-0CC1-D606-AF91-4BA057CE8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3" name="Line 117">
                <a:extLst>
                  <a:ext uri="{FF2B5EF4-FFF2-40B4-BE49-F238E27FC236}">
                    <a16:creationId xmlns:a16="http://schemas.microsoft.com/office/drawing/2014/main" id="{65F1A9B0-6DBD-FB94-2CD6-E9BC715B0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4" name="Line 118">
                <a:extLst>
                  <a:ext uri="{FF2B5EF4-FFF2-40B4-BE49-F238E27FC236}">
                    <a16:creationId xmlns:a16="http://schemas.microsoft.com/office/drawing/2014/main" id="{72182D5C-1C3A-5D68-A598-EA306DFB3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5" name="Line 119">
                <a:extLst>
                  <a:ext uri="{FF2B5EF4-FFF2-40B4-BE49-F238E27FC236}">
                    <a16:creationId xmlns:a16="http://schemas.microsoft.com/office/drawing/2014/main" id="{166E5BA8-0B19-B955-0FDD-4750634AE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6" name="Line 120">
                <a:extLst>
                  <a:ext uri="{FF2B5EF4-FFF2-40B4-BE49-F238E27FC236}">
                    <a16:creationId xmlns:a16="http://schemas.microsoft.com/office/drawing/2014/main" id="{9FB533E7-7ECB-55F3-8A77-6F1D8BA51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14F6449-C66A-361D-7ED1-A81607D7E7FF}"/>
                </a:ext>
              </a:extLst>
            </p:cNvPr>
            <p:cNvSpPr/>
            <p:nvPr/>
          </p:nvSpPr>
          <p:spPr>
            <a:xfrm>
              <a:off x="2349845" y="4754532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E817E6B-E227-1ABC-BCB2-3159E70CAC2B}"/>
                </a:ext>
              </a:extLst>
            </p:cNvPr>
            <p:cNvGrpSpPr/>
            <p:nvPr/>
          </p:nvGrpSpPr>
          <p:grpSpPr>
            <a:xfrm>
              <a:off x="2481758" y="5012522"/>
              <a:ext cx="1074946" cy="822793"/>
              <a:chOff x="1634566" y="634816"/>
              <a:chExt cx="501471" cy="422222"/>
            </a:xfrm>
          </p:grpSpPr>
          <p:sp>
            <p:nvSpPr>
              <p:cNvPr id="181" name="AutoShape 3">
                <a:extLst>
                  <a:ext uri="{FF2B5EF4-FFF2-40B4-BE49-F238E27FC236}">
                    <a16:creationId xmlns:a16="http://schemas.microsoft.com/office/drawing/2014/main" id="{6278C184-58C3-4541-B745-AEE02BD09625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34566" y="634816"/>
                <a:ext cx="501471" cy="42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2" name="Oval 5">
                <a:extLst>
                  <a:ext uri="{FF2B5EF4-FFF2-40B4-BE49-F238E27FC236}">
                    <a16:creationId xmlns:a16="http://schemas.microsoft.com/office/drawing/2014/main" id="{B3B84BA0-79AE-EAC4-91B4-D0A3FF550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3" name="Oval 6">
                <a:extLst>
                  <a:ext uri="{FF2B5EF4-FFF2-40B4-BE49-F238E27FC236}">
                    <a16:creationId xmlns:a16="http://schemas.microsoft.com/office/drawing/2014/main" id="{33F7F443-9C78-8C5C-4DEE-DA287EFC2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724747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4" name="Oval 7">
                <a:extLst>
                  <a:ext uri="{FF2B5EF4-FFF2-40B4-BE49-F238E27FC236}">
                    <a16:creationId xmlns:a16="http://schemas.microsoft.com/office/drawing/2014/main" id="{B22D1560-D221-2469-C6A1-95C7D74B2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5" name="Oval 8">
                <a:extLst>
                  <a:ext uri="{FF2B5EF4-FFF2-40B4-BE49-F238E27FC236}">
                    <a16:creationId xmlns:a16="http://schemas.microsoft.com/office/drawing/2014/main" id="{AB62BEDB-C487-183A-E118-73F51C9B1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676" y="860408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6" name="Oval 9">
                <a:extLst>
                  <a:ext uri="{FF2B5EF4-FFF2-40B4-BE49-F238E27FC236}">
                    <a16:creationId xmlns:a16="http://schemas.microsoft.com/office/drawing/2014/main" id="{7B26CAF5-072B-03F9-F9CF-CF6C7100A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A5A5A5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7" name="Oval 10">
                <a:extLst>
                  <a:ext uri="{FF2B5EF4-FFF2-40B4-BE49-F238E27FC236}">
                    <a16:creationId xmlns:a16="http://schemas.microsoft.com/office/drawing/2014/main" id="{53BEB01C-8A5E-F4B9-A310-12EFA35E8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660728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8" name="Oval 11">
                <a:extLst>
                  <a:ext uri="{FF2B5EF4-FFF2-40B4-BE49-F238E27FC236}">
                    <a16:creationId xmlns:a16="http://schemas.microsoft.com/office/drawing/2014/main" id="{8F98E417-E427-CB32-847F-4C9F77A3A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9" name="Oval 12">
                <a:extLst>
                  <a:ext uri="{FF2B5EF4-FFF2-40B4-BE49-F238E27FC236}">
                    <a16:creationId xmlns:a16="http://schemas.microsoft.com/office/drawing/2014/main" id="{A2276BA8-93EE-90E8-9435-1E69A6AAD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796389"/>
                <a:ext cx="92450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0" name="Oval 13">
                <a:extLst>
                  <a:ext uri="{FF2B5EF4-FFF2-40B4-BE49-F238E27FC236}">
                    <a16:creationId xmlns:a16="http://schemas.microsoft.com/office/drawing/2014/main" id="{4E0AB3E6-CB81-5C1F-F8B7-64D282232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1" name="Oval 14">
                <a:extLst>
                  <a:ext uri="{FF2B5EF4-FFF2-40B4-BE49-F238E27FC236}">
                    <a16:creationId xmlns:a16="http://schemas.microsoft.com/office/drawing/2014/main" id="{3B380366-BE5D-5560-27AD-BB3FC42C6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978" y="932048"/>
                <a:ext cx="92450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2" name="Line 15">
                <a:extLst>
                  <a:ext uri="{FF2B5EF4-FFF2-40B4-BE49-F238E27FC236}">
                    <a16:creationId xmlns:a16="http://schemas.microsoft.com/office/drawing/2014/main" id="{DE1BED04-7FD7-7072-6FD1-19A62AEF8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428" y="714078"/>
                <a:ext cx="910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3" name="Line 16">
                <a:extLst>
                  <a:ext uri="{FF2B5EF4-FFF2-40B4-BE49-F238E27FC236}">
                    <a16:creationId xmlns:a16="http://schemas.microsoft.com/office/drawing/2014/main" id="{09791A7F-F20F-EF4D-FD9F-09C5207A1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825" y="736942"/>
                <a:ext cx="1092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4" name="Line 17">
                <a:extLst>
                  <a:ext uri="{FF2B5EF4-FFF2-40B4-BE49-F238E27FC236}">
                    <a16:creationId xmlns:a16="http://schemas.microsoft.com/office/drawing/2014/main" id="{8A789EC3-3EA7-C80C-D432-49492D0B0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5226" y="782670"/>
                <a:ext cx="92450" cy="4572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5" name="Line 18">
                <a:extLst>
                  <a:ext uri="{FF2B5EF4-FFF2-40B4-BE49-F238E27FC236}">
                    <a16:creationId xmlns:a16="http://schemas.microsoft.com/office/drawing/2014/main" id="{3E69CF33-A26F-E342-0FDB-2F25B8120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8028" y="858883"/>
                <a:ext cx="93851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6" name="Line 19">
                <a:extLst>
                  <a:ext uri="{FF2B5EF4-FFF2-40B4-BE49-F238E27FC236}">
                    <a16:creationId xmlns:a16="http://schemas.microsoft.com/office/drawing/2014/main" id="{AB04BF18-0256-C81A-D401-A65CF2366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6822" y="805534"/>
                <a:ext cx="110660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7" name="Line 20">
                <a:extLst>
                  <a:ext uri="{FF2B5EF4-FFF2-40B4-BE49-F238E27FC236}">
                    <a16:creationId xmlns:a16="http://schemas.microsoft.com/office/drawing/2014/main" id="{4FF00A1E-41C3-5AE8-AF42-C6440E6CC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6627" y="924427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8" name="Oval 21">
                <a:extLst>
                  <a:ext uri="{FF2B5EF4-FFF2-40B4-BE49-F238E27FC236}">
                    <a16:creationId xmlns:a16="http://schemas.microsoft.com/office/drawing/2014/main" id="{B2413724-C9B9-3BE1-714E-A6BC86ADE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9" name="Oval 22">
                <a:extLst>
                  <a:ext uri="{FF2B5EF4-FFF2-40B4-BE49-F238E27FC236}">
                    <a16:creationId xmlns:a16="http://schemas.microsoft.com/office/drawing/2014/main" id="{A8F72B3E-6D4D-4DA0-11DC-F611FACF0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928999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0" name="Oval 23">
                <a:extLst>
                  <a:ext uri="{FF2B5EF4-FFF2-40B4-BE49-F238E27FC236}">
                    <a16:creationId xmlns:a16="http://schemas.microsoft.com/office/drawing/2014/main" id="{E977AE1A-736C-3E66-A0FC-9E72D1AB7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1" name="Oval 24">
                <a:extLst>
                  <a:ext uri="{FF2B5EF4-FFF2-40B4-BE49-F238E27FC236}">
                    <a16:creationId xmlns:a16="http://schemas.microsoft.com/office/drawing/2014/main" id="{D693B1A3-498D-A78C-E9DA-0251947F4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794864"/>
                <a:ext cx="93851" cy="100602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2" name="Oval 25">
                <a:extLst>
                  <a:ext uri="{FF2B5EF4-FFF2-40B4-BE49-F238E27FC236}">
                    <a16:creationId xmlns:a16="http://schemas.microsoft.com/office/drawing/2014/main" id="{2780BFA8-AC08-6DEE-B880-FE64039BE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solidFill>
                <a:srgbClr val="C898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3" name="Oval 26">
                <a:extLst>
                  <a:ext uri="{FF2B5EF4-FFF2-40B4-BE49-F238E27FC236}">
                    <a16:creationId xmlns:a16="http://schemas.microsoft.com/office/drawing/2014/main" id="{D3283709-5B13-A5F4-971C-2022B5048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1175" y="659204"/>
                <a:ext cx="93851" cy="102126"/>
              </a:xfrm>
              <a:prstGeom prst="ellips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4" name="Line 27">
                <a:extLst>
                  <a:ext uri="{FF2B5EF4-FFF2-40B4-BE49-F238E27FC236}">
                    <a16:creationId xmlns:a16="http://schemas.microsoft.com/office/drawing/2014/main" id="{8D8C86E5-8F06-57F5-114F-0C904CC7C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1526" y="933573"/>
                <a:ext cx="89648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5" name="Line 28">
                <a:extLst>
                  <a:ext uri="{FF2B5EF4-FFF2-40B4-BE49-F238E27FC236}">
                    <a16:creationId xmlns:a16="http://schemas.microsoft.com/office/drawing/2014/main" id="{EF8273DA-CDA1-40DB-1C6A-3AA7EB38D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18920" y="819252"/>
                <a:ext cx="107859" cy="13718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6" name="Line 29">
                <a:extLst>
                  <a:ext uri="{FF2B5EF4-FFF2-40B4-BE49-F238E27FC236}">
                    <a16:creationId xmlns:a16="http://schemas.microsoft.com/office/drawing/2014/main" id="{637507AE-E172-6149-50AE-C8926C4A7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2928" y="864980"/>
                <a:ext cx="92450" cy="4420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7" name="Line 30">
                <a:extLst>
                  <a:ext uri="{FF2B5EF4-FFF2-40B4-BE49-F238E27FC236}">
                    <a16:creationId xmlns:a16="http://schemas.microsoft.com/office/drawing/2014/main" id="{6D33741F-1E00-B90C-D11B-BEAC3CC9D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0126" y="800961"/>
                <a:ext cx="92450" cy="3200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8" name="Line 31">
                <a:extLst>
                  <a:ext uri="{FF2B5EF4-FFF2-40B4-BE49-F238E27FC236}">
                    <a16:creationId xmlns:a16="http://schemas.microsoft.com/office/drawing/2014/main" id="{A0F790CC-0925-01DB-104E-667557A8B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4523" y="744563"/>
                <a:ext cx="109259" cy="141757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9" name="Line 32">
                <a:extLst>
                  <a:ext uri="{FF2B5EF4-FFF2-40B4-BE49-F238E27FC236}">
                    <a16:creationId xmlns:a16="http://schemas.microsoft.com/office/drawing/2014/main" id="{E90DEB39-9B43-919A-66F6-2A6463FC7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1526" y="726272"/>
                <a:ext cx="92450" cy="4115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36F1A20-84EB-4782-C8CE-BC8F5FB7BC8A}"/>
                </a:ext>
              </a:extLst>
            </p:cNvPr>
            <p:cNvSpPr/>
            <p:nvPr/>
          </p:nvSpPr>
          <p:spPr>
            <a:xfrm>
              <a:off x="5458364" y="2800388"/>
              <a:ext cx="1338773" cy="1338773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00D68E00-AE8D-52F6-EB92-F03085A7B51D}"/>
                </a:ext>
              </a:extLst>
            </p:cNvPr>
            <p:cNvGrpSpPr/>
            <p:nvPr/>
          </p:nvGrpSpPr>
          <p:grpSpPr>
            <a:xfrm>
              <a:off x="5616957" y="2987315"/>
              <a:ext cx="1021586" cy="964919"/>
              <a:chOff x="1801813" y="2279650"/>
              <a:chExt cx="636587" cy="627063"/>
            </a:xfrm>
          </p:grpSpPr>
          <p:sp>
            <p:nvSpPr>
              <p:cNvPr id="213" name="AutoShape 34">
                <a:extLst>
                  <a:ext uri="{FF2B5EF4-FFF2-40B4-BE49-F238E27FC236}">
                    <a16:creationId xmlns:a16="http://schemas.microsoft.com/office/drawing/2014/main" id="{E2566DC9-1B07-CAD8-F168-C07C177190D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801813" y="2279650"/>
                <a:ext cx="636587" cy="627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4" name="Oval 36">
                <a:extLst>
                  <a:ext uri="{FF2B5EF4-FFF2-40B4-BE49-F238E27FC236}">
                    <a16:creationId xmlns:a16="http://schemas.microsoft.com/office/drawing/2014/main" id="{5A48A2D4-E9E1-738A-65FC-CD522D3CA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455863"/>
                <a:ext cx="115887" cy="11588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5" name="Freeform 37">
                <a:extLst>
                  <a:ext uri="{FF2B5EF4-FFF2-40B4-BE49-F238E27FC236}">
                    <a16:creationId xmlns:a16="http://schemas.microsoft.com/office/drawing/2014/main" id="{F08215B2-3342-410C-A43A-B4CA5EC19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213" y="2455863"/>
                <a:ext cx="115887" cy="115888"/>
              </a:xfrm>
              <a:custGeom>
                <a:avLst/>
                <a:gdLst>
                  <a:gd name="T0" fmla="*/ 73 w 73"/>
                  <a:gd name="T1" fmla="*/ 37 h 73"/>
                  <a:gd name="T2" fmla="*/ 36 w 73"/>
                  <a:gd name="T3" fmla="*/ 0 h 73"/>
                  <a:gd name="T4" fmla="*/ 0 w 73"/>
                  <a:gd name="T5" fmla="*/ 37 h 73"/>
                  <a:gd name="T6" fmla="*/ 36 w 73"/>
                  <a:gd name="T7" fmla="*/ 73 h 73"/>
                  <a:gd name="T8" fmla="*/ 73 w 73"/>
                  <a:gd name="T9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cubicBezTo>
                      <a:pt x="73" y="16"/>
                      <a:pt x="56" y="0"/>
                      <a:pt x="36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56"/>
                      <a:pt x="16" y="73"/>
                      <a:pt x="36" y="73"/>
                    </a:cubicBezTo>
                    <a:cubicBezTo>
                      <a:pt x="56" y="73"/>
                      <a:pt x="73" y="56"/>
                      <a:pt x="73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6" name="Oval 38">
                <a:extLst>
                  <a:ext uri="{FF2B5EF4-FFF2-40B4-BE49-F238E27FC236}">
                    <a16:creationId xmlns:a16="http://schemas.microsoft.com/office/drawing/2014/main" id="{2D2EFBB7-DD36-C9D5-1C6B-1AC9921F0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7" name="Oval 39">
                <a:extLst>
                  <a:ext uri="{FF2B5EF4-FFF2-40B4-BE49-F238E27FC236}">
                    <a16:creationId xmlns:a16="http://schemas.microsoft.com/office/drawing/2014/main" id="{2E2156F0-8C50-F435-414E-7B4F136B7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13" y="26098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8" name="Oval 40">
                <a:extLst>
                  <a:ext uri="{FF2B5EF4-FFF2-40B4-BE49-F238E27FC236}">
                    <a16:creationId xmlns:a16="http://schemas.microsoft.com/office/drawing/2014/main" id="{6BDD70F1-66EB-E232-2802-5F17853EB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9" name="Oval 41">
                <a:extLst>
                  <a:ext uri="{FF2B5EF4-FFF2-40B4-BE49-F238E27FC236}">
                    <a16:creationId xmlns:a16="http://schemas.microsoft.com/office/drawing/2014/main" id="{D215C7A1-3084-1BAD-2F2E-FC8A9C0BC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305050"/>
                <a:ext cx="115887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0" name="Oval 42">
                <a:extLst>
                  <a:ext uri="{FF2B5EF4-FFF2-40B4-BE49-F238E27FC236}">
                    <a16:creationId xmlns:a16="http://schemas.microsoft.com/office/drawing/2014/main" id="{6F949375-28CB-DDBC-775D-C81C5D936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rgbClr val="E8EEF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1" name="Oval 43">
                <a:extLst>
                  <a:ext uri="{FF2B5EF4-FFF2-40B4-BE49-F238E27FC236}">
                    <a16:creationId xmlns:a16="http://schemas.microsoft.com/office/drawing/2014/main" id="{65485BDE-9DD3-66E8-ADBF-F15375B80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45745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2" name="Oval 44">
                <a:extLst>
                  <a:ext uri="{FF2B5EF4-FFF2-40B4-BE49-F238E27FC236}">
                    <a16:creationId xmlns:a16="http://schemas.microsoft.com/office/drawing/2014/main" id="{81B39945-A978-CAE0-2E5E-743C39956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3" name="Oval 45">
                <a:extLst>
                  <a:ext uri="{FF2B5EF4-FFF2-40B4-BE49-F238E27FC236}">
                    <a16:creationId xmlns:a16="http://schemas.microsoft.com/office/drawing/2014/main" id="{0360344B-C103-358D-3A26-E6635B76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609850"/>
                <a:ext cx="115887" cy="11588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4" name="Line 46">
                <a:extLst>
                  <a:ext uri="{FF2B5EF4-FFF2-40B4-BE49-F238E27FC236}">
                    <a16:creationId xmlns:a16="http://schemas.microsoft.com/office/drawing/2014/main" id="{CB4995F0-7AE8-8CE7-0016-44D28172F2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500313"/>
                <a:ext cx="115887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5" name="Line 47">
                <a:extLst>
                  <a:ext uri="{FF2B5EF4-FFF2-40B4-BE49-F238E27FC236}">
                    <a16:creationId xmlns:a16="http://schemas.microsoft.com/office/drawing/2014/main" id="{E74E7BE6-642A-D26E-B71A-20B96AE28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050" y="2354263"/>
                <a:ext cx="134937" cy="1174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6" name="Line 48">
                <a:extLst>
                  <a:ext uri="{FF2B5EF4-FFF2-40B4-BE49-F238E27FC236}">
                    <a16:creationId xmlns:a16="http://schemas.microsoft.com/office/drawing/2014/main" id="{2C3AF777-D837-4106-C6C2-1AA57918BD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1513" y="2524125"/>
                <a:ext cx="123825" cy="1158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7" name="Line 49">
                <a:extLst>
                  <a:ext uri="{FF2B5EF4-FFF2-40B4-BE49-F238E27FC236}">
                    <a16:creationId xmlns:a16="http://schemas.microsoft.com/office/drawing/2014/main" id="{BAE2EB7D-CDD5-ECC9-4DE5-82DD12AC4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7700" y="2379663"/>
                <a:ext cx="144462" cy="2397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8" name="Line 50">
                <a:extLst>
                  <a:ext uri="{FF2B5EF4-FFF2-40B4-BE49-F238E27FC236}">
                    <a16:creationId xmlns:a16="http://schemas.microsoft.com/office/drawing/2014/main" id="{205114B4-C070-38F6-60EA-445829556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988" y="2519363"/>
                <a:ext cx="127000" cy="1143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9" name="Line 51">
                <a:extLst>
                  <a:ext uri="{FF2B5EF4-FFF2-40B4-BE49-F238E27FC236}">
                    <a16:creationId xmlns:a16="http://schemas.microsoft.com/office/drawing/2014/main" id="{980A0E93-77A1-C214-B7A9-5DA9F5397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688" y="2662238"/>
                <a:ext cx="114300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0" name="Line 52">
                <a:extLst>
                  <a:ext uri="{FF2B5EF4-FFF2-40B4-BE49-F238E27FC236}">
                    <a16:creationId xmlns:a16="http://schemas.microsoft.com/office/drawing/2014/main" id="{7B1052BF-DA9A-7227-79BF-D7E4A70A3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351088"/>
                <a:ext cx="128587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1" name="Line 53">
                <a:extLst>
                  <a:ext uri="{FF2B5EF4-FFF2-40B4-BE49-F238E27FC236}">
                    <a16:creationId xmlns:a16="http://schemas.microsoft.com/office/drawing/2014/main" id="{692AB87F-8A05-46CC-6A7A-1FD005E2A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771775"/>
                <a:ext cx="128587" cy="4603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2" name="Line 54">
                <a:extLst>
                  <a:ext uri="{FF2B5EF4-FFF2-40B4-BE49-F238E27FC236}">
                    <a16:creationId xmlns:a16="http://schemas.microsoft.com/office/drawing/2014/main" id="{79292C87-B10D-7EDF-6231-D14CD79F9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632075"/>
                <a:ext cx="146050" cy="1635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Line 55">
                <a:extLst>
                  <a:ext uri="{FF2B5EF4-FFF2-40B4-BE49-F238E27FC236}">
                    <a16:creationId xmlns:a16="http://schemas.microsoft.com/office/drawing/2014/main" id="{A066E2AC-ABF2-3AC7-D723-B4965B395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8050" y="2428875"/>
                <a:ext cx="120650" cy="8255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4" name="Line 56">
                <a:extLst>
                  <a:ext uri="{FF2B5EF4-FFF2-40B4-BE49-F238E27FC236}">
                    <a16:creationId xmlns:a16="http://schemas.microsoft.com/office/drawing/2014/main" id="{7A501DCE-A843-ABF6-1957-C65A04D25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2455863"/>
                <a:ext cx="133350" cy="1825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5" name="Line 57">
                <a:extLst>
                  <a:ext uri="{FF2B5EF4-FFF2-40B4-BE49-F238E27FC236}">
                    <a16:creationId xmlns:a16="http://schemas.microsoft.com/office/drawing/2014/main" id="{70DCA15A-F521-5A17-B0EA-BB6507F2F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875" y="2676525"/>
                <a:ext cx="123825" cy="6350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6" name="Oval 58">
                <a:extLst>
                  <a:ext uri="{FF2B5EF4-FFF2-40B4-BE49-F238E27FC236}">
                    <a16:creationId xmlns:a16="http://schemas.microsoft.com/office/drawing/2014/main" id="{A76F1E74-D893-50A2-694C-EE41E9AD7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7" name="Oval 59">
                <a:extLst>
                  <a:ext uri="{FF2B5EF4-FFF2-40B4-BE49-F238E27FC236}">
                    <a16:creationId xmlns:a16="http://schemas.microsoft.com/office/drawing/2014/main" id="{04E9955B-2C16-DEE7-DE26-BDE6A6745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382838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8" name="Oval 60">
                <a:extLst>
                  <a:ext uri="{FF2B5EF4-FFF2-40B4-BE49-F238E27FC236}">
                    <a16:creationId xmlns:a16="http://schemas.microsoft.com/office/drawing/2014/main" id="{2587FF08-5EB0-C87A-216B-D34BCC566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9" name="Oval 61">
                <a:extLst>
                  <a:ext uri="{FF2B5EF4-FFF2-40B4-BE49-F238E27FC236}">
                    <a16:creationId xmlns:a16="http://schemas.microsoft.com/office/drawing/2014/main" id="{8CD3885F-7055-A726-B15B-26981ED2D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5368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0" name="Oval 62">
                <a:extLst>
                  <a:ext uri="{FF2B5EF4-FFF2-40B4-BE49-F238E27FC236}">
                    <a16:creationId xmlns:a16="http://schemas.microsoft.com/office/drawing/2014/main" id="{3A3B1DB0-1819-07F6-304C-5B9E068AC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1" name="Oval 63">
                <a:extLst>
                  <a:ext uri="{FF2B5EF4-FFF2-40B4-BE49-F238E27FC236}">
                    <a16:creationId xmlns:a16="http://schemas.microsoft.com/office/drawing/2014/main" id="{9B2A2BB7-C4EA-36B3-59A6-C04CCB401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7113" y="2689225"/>
                <a:ext cx="117475" cy="114300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2" name="Line 64">
                <a:extLst>
                  <a:ext uri="{FF2B5EF4-FFF2-40B4-BE49-F238E27FC236}">
                    <a16:creationId xmlns:a16="http://schemas.microsoft.com/office/drawing/2014/main" id="{1284E2A1-6D36-227C-922D-0260A4EC50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4875" y="2614613"/>
                <a:ext cx="122237" cy="4286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3" name="Line 65">
                <a:extLst>
                  <a:ext uri="{FF2B5EF4-FFF2-40B4-BE49-F238E27FC236}">
                    <a16:creationId xmlns:a16="http://schemas.microsoft.com/office/drawing/2014/main" id="{B492E297-6515-455A-AC1C-D7BBE4DDF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938" y="2543175"/>
                <a:ext cx="142875" cy="168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4" name="Line 66">
                <a:extLst>
                  <a:ext uri="{FF2B5EF4-FFF2-40B4-BE49-F238E27FC236}">
                    <a16:creationId xmlns:a16="http://schemas.microsoft.com/office/drawing/2014/main" id="{DF9FA527-5C5F-F67A-E73F-6A33F7039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1700" y="2382838"/>
                <a:ext cx="138112" cy="176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5" name="Oval 67">
                <a:extLst>
                  <a:ext uri="{FF2B5EF4-FFF2-40B4-BE49-F238E27FC236}">
                    <a16:creationId xmlns:a16="http://schemas.microsoft.com/office/drawing/2014/main" id="{E4A0BA80-C5C7-A300-AF24-1604F4FEE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988" y="2768600"/>
                <a:ext cx="115887" cy="1143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6" name="Freeform 68">
                <a:extLst>
                  <a:ext uri="{FF2B5EF4-FFF2-40B4-BE49-F238E27FC236}">
                    <a16:creationId xmlns:a16="http://schemas.microsoft.com/office/drawing/2014/main" id="{82E0D032-A372-D1AB-F539-551615FEF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988" y="2768600"/>
                <a:ext cx="115887" cy="114300"/>
              </a:xfrm>
              <a:custGeom>
                <a:avLst/>
                <a:gdLst>
                  <a:gd name="T0" fmla="*/ 73 w 73"/>
                  <a:gd name="T1" fmla="*/ 35 h 72"/>
                  <a:gd name="T2" fmla="*/ 37 w 73"/>
                  <a:gd name="T3" fmla="*/ 0 h 72"/>
                  <a:gd name="T4" fmla="*/ 0 w 73"/>
                  <a:gd name="T5" fmla="*/ 35 h 72"/>
                  <a:gd name="T6" fmla="*/ 37 w 73"/>
                  <a:gd name="T7" fmla="*/ 72 h 72"/>
                  <a:gd name="T8" fmla="*/ 73 w 73"/>
                  <a:gd name="T9" fmla="*/ 3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72">
                    <a:moveTo>
                      <a:pt x="73" y="35"/>
                    </a:moveTo>
                    <a:cubicBezTo>
                      <a:pt x="73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5"/>
                    </a:cubicBezTo>
                    <a:cubicBezTo>
                      <a:pt x="0" y="56"/>
                      <a:pt x="17" y="72"/>
                      <a:pt x="37" y="72"/>
                    </a:cubicBezTo>
                    <a:cubicBezTo>
                      <a:pt x="57" y="72"/>
                      <a:pt x="73" y="56"/>
                      <a:pt x="73" y="35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7" name="Line 69">
                <a:extLst>
                  <a:ext uri="{FF2B5EF4-FFF2-40B4-BE49-F238E27FC236}">
                    <a16:creationId xmlns:a16="http://schemas.microsoft.com/office/drawing/2014/main" id="{FB8A93A8-CA20-8903-F893-77E744F9A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463" y="2557463"/>
                <a:ext cx="149225" cy="2317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8" name="Line 70">
                <a:extLst>
                  <a:ext uri="{FF2B5EF4-FFF2-40B4-BE49-F238E27FC236}">
                    <a16:creationId xmlns:a16="http://schemas.microsoft.com/office/drawing/2014/main" id="{C43CECE4-A76F-40FE-A991-D0E246147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5" y="2684463"/>
                <a:ext cx="120650" cy="12858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9" name="Line 71">
                <a:extLst>
                  <a:ext uri="{FF2B5EF4-FFF2-40B4-BE49-F238E27FC236}">
                    <a16:creationId xmlns:a16="http://schemas.microsoft.com/office/drawing/2014/main" id="{2C3601CD-7085-9228-54E9-6B4D7655C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3288" y="2527300"/>
                <a:ext cx="127000" cy="4921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0" name="Line 72">
                <a:extLst>
                  <a:ext uri="{FF2B5EF4-FFF2-40B4-BE49-F238E27FC236}">
                    <a16:creationId xmlns:a16="http://schemas.microsoft.com/office/drawing/2014/main" id="{16DF73D2-1AED-A960-6908-2A37F2E8F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588" y="2403475"/>
                <a:ext cx="161925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1" name="Line 73">
                <a:extLst>
                  <a:ext uri="{FF2B5EF4-FFF2-40B4-BE49-F238E27FC236}">
                    <a16:creationId xmlns:a16="http://schemas.microsoft.com/office/drawing/2014/main" id="{4986849F-E30F-2E5A-63D1-5DA999D69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9475" y="2481263"/>
                <a:ext cx="165100" cy="295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6DED8756-4413-9C7D-EE73-900C3F673026}"/>
                </a:ext>
              </a:extLst>
            </p:cNvPr>
            <p:cNvSpPr txBox="1"/>
            <p:nvPr/>
          </p:nvSpPr>
          <p:spPr>
            <a:xfrm>
              <a:off x="3501162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A5A8CDF-7ACB-C262-D295-8B27D51644B9}"/>
                </a:ext>
              </a:extLst>
            </p:cNvPr>
            <p:cNvSpPr txBox="1"/>
            <p:nvPr/>
          </p:nvSpPr>
          <p:spPr>
            <a:xfrm>
              <a:off x="3501162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E264C21-BB1E-1A80-D7A2-B45E0DDE029C}"/>
                </a:ext>
              </a:extLst>
            </p:cNvPr>
            <p:cNvSpPr txBox="1"/>
            <p:nvPr/>
          </p:nvSpPr>
          <p:spPr>
            <a:xfrm>
              <a:off x="6652593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FBB7DBE-68F8-C93D-0CDA-225F9F760A71}"/>
                </a:ext>
              </a:extLst>
            </p:cNvPr>
            <p:cNvSpPr txBox="1"/>
            <p:nvPr/>
          </p:nvSpPr>
          <p:spPr>
            <a:xfrm>
              <a:off x="6652594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68D4AC90-436A-5EFC-8F34-069EF16507D1}"/>
                </a:ext>
              </a:extLst>
            </p:cNvPr>
            <p:cNvSpPr txBox="1"/>
            <p:nvPr/>
          </p:nvSpPr>
          <p:spPr>
            <a:xfrm>
              <a:off x="9697613" y="3748382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C9809C33-6AB0-C3F9-FFBE-49363A98F6F5}"/>
                </a:ext>
              </a:extLst>
            </p:cNvPr>
            <p:cNvSpPr txBox="1"/>
            <p:nvPr/>
          </p:nvSpPr>
          <p:spPr>
            <a:xfrm>
              <a:off x="9697612" y="5758525"/>
              <a:ext cx="9124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7" name="직선 화살표 연결선 306">
              <a:extLst>
                <a:ext uri="{FF2B5EF4-FFF2-40B4-BE49-F238E27FC236}">
                  <a16:creationId xmlns:a16="http://schemas.microsoft.com/office/drawing/2014/main" id="{06B3F6E0-90FB-DAF1-0FD1-6750A7F4C965}"/>
                </a:ext>
              </a:extLst>
            </p:cNvPr>
            <p:cNvCxnSpPr>
              <a:stCxn id="258" idx="4"/>
              <a:endCxn id="8" idx="0"/>
            </p:cNvCxnSpPr>
            <p:nvPr/>
          </p:nvCxnSpPr>
          <p:spPr>
            <a:xfrm>
              <a:off x="6127750" y="2184546"/>
              <a:ext cx="1" cy="615842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A419E79C-F136-0CDC-A1E9-98FC72E4AB1C}"/>
                </a:ext>
              </a:extLst>
            </p:cNvPr>
            <p:cNvSpPr txBox="1"/>
            <p:nvPr/>
          </p:nvSpPr>
          <p:spPr>
            <a:xfrm>
              <a:off x="6681045" y="1837788"/>
              <a:ext cx="231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Supervisor Agent</a:t>
              </a:r>
              <a:endPara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DDC77788-1C76-9A7B-164D-1CDFFAA5C630}"/>
                </a:ext>
              </a:extLst>
            </p:cNvPr>
            <p:cNvCxnSpPr>
              <a:cxnSpLocks/>
              <a:stCxn id="258" idx="4"/>
              <a:endCxn id="7" idx="7"/>
            </p:cNvCxnSpPr>
            <p:nvPr/>
          </p:nvCxnSpPr>
          <p:spPr>
            <a:xfrm flipH="1">
              <a:off x="3492559" y="2184546"/>
              <a:ext cx="2635191" cy="81190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화살표 연결선 321">
              <a:extLst>
                <a:ext uri="{FF2B5EF4-FFF2-40B4-BE49-F238E27FC236}">
                  <a16:creationId xmlns:a16="http://schemas.microsoft.com/office/drawing/2014/main" id="{CFD1E951-C045-ECD3-9DFD-E88D5FCB8B77}"/>
                </a:ext>
              </a:extLst>
            </p:cNvPr>
            <p:cNvCxnSpPr>
              <a:cxnSpLocks/>
              <a:stCxn id="258" idx="4"/>
              <a:endCxn id="9" idx="1"/>
            </p:cNvCxnSpPr>
            <p:nvPr/>
          </p:nvCxnSpPr>
          <p:spPr>
            <a:xfrm>
              <a:off x="6127750" y="2184546"/>
              <a:ext cx="2571692" cy="830562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화살표 연결선 324">
              <a:extLst>
                <a:ext uri="{FF2B5EF4-FFF2-40B4-BE49-F238E27FC236}">
                  <a16:creationId xmlns:a16="http://schemas.microsoft.com/office/drawing/2014/main" id="{01DE0872-1514-1C61-5455-ED7D227B084C}"/>
                </a:ext>
              </a:extLst>
            </p:cNvPr>
            <p:cNvCxnSpPr>
              <a:cxnSpLocks/>
              <a:stCxn id="8" idx="4"/>
              <a:endCxn id="11" idx="0"/>
            </p:cNvCxnSpPr>
            <p:nvPr/>
          </p:nvCxnSpPr>
          <p:spPr>
            <a:xfrm>
              <a:off x="6127751" y="4139161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화살표 연결선 329">
              <a:extLst>
                <a:ext uri="{FF2B5EF4-FFF2-40B4-BE49-F238E27FC236}">
                  <a16:creationId xmlns:a16="http://schemas.microsoft.com/office/drawing/2014/main" id="{0B9405D8-B24B-47F6-AED1-A7E0CA0361A2}"/>
                </a:ext>
              </a:extLst>
            </p:cNvPr>
            <p:cNvCxnSpPr>
              <a:cxnSpLocks/>
              <a:stCxn id="8" idx="4"/>
              <a:endCxn id="10" idx="7"/>
            </p:cNvCxnSpPr>
            <p:nvPr/>
          </p:nvCxnSpPr>
          <p:spPr>
            <a:xfrm flipH="1">
              <a:off x="3492559" y="4139161"/>
              <a:ext cx="2635192" cy="811430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화살표 연결선 332">
              <a:extLst>
                <a:ext uri="{FF2B5EF4-FFF2-40B4-BE49-F238E27FC236}">
                  <a16:creationId xmlns:a16="http://schemas.microsoft.com/office/drawing/2014/main" id="{DEE96E57-12BC-289B-AF8E-94D09FBB6873}"/>
                </a:ext>
              </a:extLst>
            </p:cNvPr>
            <p:cNvCxnSpPr>
              <a:cxnSpLocks/>
              <a:stCxn id="7" idx="4"/>
              <a:endCxn id="11" idx="1"/>
            </p:cNvCxnSpPr>
            <p:nvPr/>
          </p:nvCxnSpPr>
          <p:spPr>
            <a:xfrm>
              <a:off x="3019232" y="4139161"/>
              <a:ext cx="2635191" cy="811430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화살표 연결선 335">
              <a:extLst>
                <a:ext uri="{FF2B5EF4-FFF2-40B4-BE49-F238E27FC236}">
                  <a16:creationId xmlns:a16="http://schemas.microsoft.com/office/drawing/2014/main" id="{6C6E4D9B-E1C2-7078-9D5E-6208C0FD7B3F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>
              <a:off x="3019232" y="4139161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화살표 연결선 338">
              <a:extLst>
                <a:ext uri="{FF2B5EF4-FFF2-40B4-BE49-F238E27FC236}">
                  <a16:creationId xmlns:a16="http://schemas.microsoft.com/office/drawing/2014/main" id="{35A61097-0CB2-2261-E801-A6214178E374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>
              <a:off x="9172770" y="4157822"/>
              <a:ext cx="0" cy="6153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화살표 연결선 341">
              <a:extLst>
                <a:ext uri="{FF2B5EF4-FFF2-40B4-BE49-F238E27FC236}">
                  <a16:creationId xmlns:a16="http://schemas.microsoft.com/office/drawing/2014/main" id="{307FD046-1483-F5F6-7064-845F7E2DDA2F}"/>
                </a:ext>
              </a:extLst>
            </p:cNvPr>
            <p:cNvCxnSpPr>
              <a:cxnSpLocks/>
              <a:stCxn id="9" idx="4"/>
              <a:endCxn id="11" idx="7"/>
            </p:cNvCxnSpPr>
            <p:nvPr/>
          </p:nvCxnSpPr>
          <p:spPr>
            <a:xfrm flipH="1">
              <a:off x="6601078" y="4157822"/>
              <a:ext cx="2571692" cy="792769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화살표 연결선 344">
              <a:extLst>
                <a:ext uri="{FF2B5EF4-FFF2-40B4-BE49-F238E27FC236}">
                  <a16:creationId xmlns:a16="http://schemas.microsoft.com/office/drawing/2014/main" id="{4E9A28A7-0FAD-41B1-B022-396F0372AB27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>
              <a:off x="6127751" y="4139161"/>
              <a:ext cx="2571691" cy="830091"/>
            </a:xfrm>
            <a:prstGeom prst="straightConnector1">
              <a:avLst/>
            </a:prstGeom>
            <a:ln w="38100">
              <a:solidFill>
                <a:schemeClr val="tx1"/>
              </a:solidFill>
              <a:round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04A2DB19-BF6C-CBA6-F5A8-7FA9A9101E5F}"/>
                </a:ext>
              </a:extLst>
            </p:cNvPr>
            <p:cNvSpPr/>
            <p:nvPr/>
          </p:nvSpPr>
          <p:spPr>
            <a:xfrm>
              <a:off x="5391425" y="711896"/>
              <a:ext cx="1472650" cy="147265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6" name="그래픽 355" descr="인공 지능 윤곽선">
              <a:extLst>
                <a:ext uri="{FF2B5EF4-FFF2-40B4-BE49-F238E27FC236}">
                  <a16:creationId xmlns:a16="http://schemas.microsoft.com/office/drawing/2014/main" id="{5BEB8C23-EAB8-EE33-53BA-038349130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58364" y="778835"/>
              <a:ext cx="1338773" cy="1338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9542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그림 1157">
            <a:extLst>
              <a:ext uri="{FF2B5EF4-FFF2-40B4-BE49-F238E27FC236}">
                <a16:creationId xmlns:a16="http://schemas.microsoft.com/office/drawing/2014/main" id="{CB9113D2-D60C-9066-C66A-8867A094A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78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1E043B1B-2692-5CA1-A967-054E2342BA3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B96EFDDD-621C-FAD6-5766-CFFD9B612F50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ED2E8E5C-3ADD-456F-7DF9-67A2FEFA1ABC}"/>
                </a:ext>
              </a:extLst>
            </p:cNvPr>
            <p:cNvSpPr/>
            <p:nvPr/>
          </p:nvSpPr>
          <p:spPr>
            <a:xfrm>
              <a:off x="1918867" y="4264473"/>
              <a:ext cx="8417766" cy="2183363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41EDE26-AF06-F2A7-31A0-0C20080145E6}"/>
                </a:ext>
              </a:extLst>
            </p:cNvPr>
            <p:cNvSpPr txBox="1"/>
            <p:nvPr/>
          </p:nvSpPr>
          <p:spPr>
            <a:xfrm>
              <a:off x="2023057" y="4357779"/>
              <a:ext cx="20458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3BF5562C-31CA-5168-2B5B-9C4E6C6996F7}"/>
                </a:ext>
              </a:extLst>
            </p:cNvPr>
            <p:cNvSpPr/>
            <p:nvPr/>
          </p:nvSpPr>
          <p:spPr>
            <a:xfrm>
              <a:off x="5155573" y="957033"/>
              <a:ext cx="1944355" cy="1603940"/>
            </a:xfrm>
            <a:prstGeom prst="roundRect">
              <a:avLst>
                <a:gd name="adj" fmla="val 6648"/>
              </a:avLst>
            </a:prstGeom>
            <a:solidFill>
              <a:schemeClr val="bg1"/>
            </a:solidFill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479FE99E-06CE-8B48-FF2D-3F94DBBCCA06}"/>
                </a:ext>
              </a:extLst>
            </p:cNvPr>
            <p:cNvGrpSpPr/>
            <p:nvPr/>
          </p:nvGrpSpPr>
          <p:grpSpPr>
            <a:xfrm>
              <a:off x="5427278" y="1027661"/>
              <a:ext cx="1382280" cy="1462684"/>
              <a:chOff x="788240" y="569342"/>
              <a:chExt cx="484482" cy="563928"/>
            </a:xfrm>
          </p:grpSpPr>
          <p:sp>
            <p:nvSpPr>
              <p:cNvPr id="222" name="AutoShape 75">
                <a:extLst>
                  <a:ext uri="{FF2B5EF4-FFF2-40B4-BE49-F238E27FC236}">
                    <a16:creationId xmlns:a16="http://schemas.microsoft.com/office/drawing/2014/main" id="{AB40B4DD-0CA9-F4DF-D639-E6B73F25DD2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88240" y="569342"/>
                <a:ext cx="484482" cy="563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3" name="Oval 77">
                <a:extLst>
                  <a:ext uri="{FF2B5EF4-FFF2-40B4-BE49-F238E27FC236}">
                    <a16:creationId xmlns:a16="http://schemas.microsoft.com/office/drawing/2014/main" id="{2CD3B159-A680-665C-E324-E5DA9222B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4" name="Oval 78">
                <a:extLst>
                  <a:ext uri="{FF2B5EF4-FFF2-40B4-BE49-F238E27FC236}">
                    <a16:creationId xmlns:a16="http://schemas.microsoft.com/office/drawing/2014/main" id="{ADD8D3CD-9413-5DA0-60AD-998CE04A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733195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5" name="Oval 79">
                <a:extLst>
                  <a:ext uri="{FF2B5EF4-FFF2-40B4-BE49-F238E27FC236}">
                    <a16:creationId xmlns:a16="http://schemas.microsoft.com/office/drawing/2014/main" id="{DF7AD2F3-F848-2AC9-B6BA-B0144E66A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6" name="Oval 80">
                <a:extLst>
                  <a:ext uri="{FF2B5EF4-FFF2-40B4-BE49-F238E27FC236}">
                    <a16:creationId xmlns:a16="http://schemas.microsoft.com/office/drawing/2014/main" id="{FD377E57-E277-E862-CFE0-956760477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66" y="86974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7" name="Oval 81">
                <a:extLst>
                  <a:ext uri="{FF2B5EF4-FFF2-40B4-BE49-F238E27FC236}">
                    <a16:creationId xmlns:a16="http://schemas.microsoft.com/office/drawing/2014/main" id="{1A37031E-6723-EC3D-5D35-20AE1A3A2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8" name="Oval 82">
                <a:extLst>
                  <a:ext uri="{FF2B5EF4-FFF2-40B4-BE49-F238E27FC236}">
                    <a16:creationId xmlns:a16="http://schemas.microsoft.com/office/drawing/2014/main" id="{5577DB36-1317-BDED-B98F-86C1A31C1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66901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9" name="Oval 83">
                <a:extLst>
                  <a:ext uri="{FF2B5EF4-FFF2-40B4-BE49-F238E27FC236}">
                    <a16:creationId xmlns:a16="http://schemas.microsoft.com/office/drawing/2014/main" id="{A86AFEE1-EC4C-96FA-D6E1-58CD52678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0" name="Oval 84">
                <a:extLst>
                  <a:ext uri="{FF2B5EF4-FFF2-40B4-BE49-F238E27FC236}">
                    <a16:creationId xmlns:a16="http://schemas.microsoft.com/office/drawing/2014/main" id="{C0F3218F-7DF7-2533-881F-1A28BBEAD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80556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1" name="Oval 85">
                <a:extLst>
                  <a:ext uri="{FF2B5EF4-FFF2-40B4-BE49-F238E27FC236}">
                    <a16:creationId xmlns:a16="http://schemas.microsoft.com/office/drawing/2014/main" id="{40855CB2-0958-2B66-2F21-87CF97004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2" name="Oval 86">
                <a:extLst>
                  <a:ext uri="{FF2B5EF4-FFF2-40B4-BE49-F238E27FC236}">
                    <a16:creationId xmlns:a16="http://schemas.microsoft.com/office/drawing/2014/main" id="{F2513688-B499-A962-9C00-198F008B5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571" y="942108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Line 87">
                <a:extLst>
                  <a:ext uri="{FF2B5EF4-FFF2-40B4-BE49-F238E27FC236}">
                    <a16:creationId xmlns:a16="http://schemas.microsoft.com/office/drawing/2014/main" id="{58662514-E88D-991B-7BEB-533F333E9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184" y="722272"/>
                <a:ext cx="88197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4" name="Line 88">
                <a:extLst>
                  <a:ext uri="{FF2B5EF4-FFF2-40B4-BE49-F238E27FC236}">
                    <a16:creationId xmlns:a16="http://schemas.microsoft.com/office/drawing/2014/main" id="{17A1D575-6EDA-F603-AD2A-3254C1C5B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560" y="738657"/>
                <a:ext cx="103904" cy="14473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5" name="Line 89">
                <a:extLst>
                  <a:ext uri="{FF2B5EF4-FFF2-40B4-BE49-F238E27FC236}">
                    <a16:creationId xmlns:a16="http://schemas.microsoft.com/office/drawing/2014/main" id="{6F4F2FA8-40B2-E528-B2C2-84FB95AD8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791909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6" name="Line 90">
                <a:extLst>
                  <a:ext uri="{FF2B5EF4-FFF2-40B4-BE49-F238E27FC236}">
                    <a16:creationId xmlns:a16="http://schemas.microsoft.com/office/drawing/2014/main" id="{D0CDA39D-F47B-1171-92EB-65B9DD51F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977" y="868374"/>
                <a:ext cx="90614" cy="327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7" name="Line 91">
                <a:extLst>
                  <a:ext uri="{FF2B5EF4-FFF2-40B4-BE49-F238E27FC236}">
                    <a16:creationId xmlns:a16="http://schemas.microsoft.com/office/drawing/2014/main" id="{F4477C27-3C28-061D-9BB9-FB5BAE59D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560" y="815122"/>
                <a:ext cx="97863" cy="15975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8" name="Line 92">
                <a:extLst>
                  <a:ext uri="{FF2B5EF4-FFF2-40B4-BE49-F238E27FC236}">
                    <a16:creationId xmlns:a16="http://schemas.microsoft.com/office/drawing/2014/main" id="{41180309-8FD0-0D7D-A802-9F3250414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8184" y="935281"/>
                <a:ext cx="86989" cy="5871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9" name="Oval 93">
                <a:extLst>
                  <a:ext uri="{FF2B5EF4-FFF2-40B4-BE49-F238E27FC236}">
                    <a16:creationId xmlns:a16="http://schemas.microsoft.com/office/drawing/2014/main" id="{5BAB23EC-AC58-12AD-B455-19B98ED65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0" name="Oval 94">
                <a:extLst>
                  <a:ext uri="{FF2B5EF4-FFF2-40B4-BE49-F238E27FC236}">
                    <a16:creationId xmlns:a16="http://schemas.microsoft.com/office/drawing/2014/main" id="{4DD078ED-D1A9-C60C-94B1-B4598BDA0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940743"/>
                <a:ext cx="90614" cy="1010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1" name="Oval 95">
                <a:extLst>
                  <a:ext uri="{FF2B5EF4-FFF2-40B4-BE49-F238E27FC236}">
                    <a16:creationId xmlns:a16="http://schemas.microsoft.com/office/drawing/2014/main" id="{C96F38EA-0201-8FF4-6A14-DB5CC2527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2" name="Oval 96">
                <a:extLst>
                  <a:ext uri="{FF2B5EF4-FFF2-40B4-BE49-F238E27FC236}">
                    <a16:creationId xmlns:a16="http://schemas.microsoft.com/office/drawing/2014/main" id="{3AF83724-52EF-8524-7F69-B09F8E235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802833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3" name="Oval 97">
                <a:extLst>
                  <a:ext uri="{FF2B5EF4-FFF2-40B4-BE49-F238E27FC236}">
                    <a16:creationId xmlns:a16="http://schemas.microsoft.com/office/drawing/2014/main" id="{92DBA0E8-130B-9EFC-AE09-F9CC85F64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985" y="666288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4" name="Freeform 98">
                <a:extLst>
                  <a:ext uri="{FF2B5EF4-FFF2-40B4-BE49-F238E27FC236}">
                    <a16:creationId xmlns:a16="http://schemas.microsoft.com/office/drawing/2014/main" id="{100A0FCA-71D3-6A76-69A1-C5A582073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3985" y="666288"/>
                <a:ext cx="90614" cy="102408"/>
              </a:xfrm>
              <a:custGeom>
                <a:avLst/>
                <a:gdLst>
                  <a:gd name="T0" fmla="*/ 0 w 75"/>
                  <a:gd name="T1" fmla="*/ 37 h 75"/>
                  <a:gd name="T2" fmla="*/ 37 w 75"/>
                  <a:gd name="T3" fmla="*/ 75 h 75"/>
                  <a:gd name="T4" fmla="*/ 75 w 75"/>
                  <a:gd name="T5" fmla="*/ 37 h 75"/>
                  <a:gd name="T6" fmla="*/ 37 w 75"/>
                  <a:gd name="T7" fmla="*/ 0 h 75"/>
                  <a:gd name="T8" fmla="*/ 0 w 75"/>
                  <a:gd name="T9" fmla="*/ 3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75">
                    <a:moveTo>
                      <a:pt x="0" y="37"/>
                    </a:moveTo>
                    <a:cubicBezTo>
                      <a:pt x="0" y="59"/>
                      <a:pt x="16" y="75"/>
                      <a:pt x="37" y="75"/>
                    </a:cubicBezTo>
                    <a:cubicBezTo>
                      <a:pt x="58" y="75"/>
                      <a:pt x="75" y="59"/>
                      <a:pt x="75" y="37"/>
                    </a:cubicBezTo>
                    <a:cubicBezTo>
                      <a:pt x="75" y="17"/>
                      <a:pt x="58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5" name="Line 99">
                <a:extLst>
                  <a:ext uri="{FF2B5EF4-FFF2-40B4-BE49-F238E27FC236}">
                    <a16:creationId xmlns:a16="http://schemas.microsoft.com/office/drawing/2014/main" id="{86C092DA-2682-B2E1-3C18-85A21DAFB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4580" y="943474"/>
                <a:ext cx="89406" cy="4505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6" name="Line 100">
                <a:extLst>
                  <a:ext uri="{FF2B5EF4-FFF2-40B4-BE49-F238E27FC236}">
                    <a16:creationId xmlns:a16="http://schemas.microsoft.com/office/drawing/2014/main" id="{77979A4F-7079-EDBB-6445-815011257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3706" y="827411"/>
                <a:ext cx="105112" cy="13927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7" name="Line 101">
                <a:extLst>
                  <a:ext uri="{FF2B5EF4-FFF2-40B4-BE49-F238E27FC236}">
                    <a16:creationId xmlns:a16="http://schemas.microsoft.com/office/drawing/2014/main" id="{118BFAF7-1ED7-9012-E3C8-F8AF959DB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6996" y="875201"/>
                <a:ext cx="90614" cy="43694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8" name="Line 102">
                <a:extLst>
                  <a:ext uri="{FF2B5EF4-FFF2-40B4-BE49-F238E27FC236}">
                    <a16:creationId xmlns:a16="http://schemas.microsoft.com/office/drawing/2014/main" id="{D118925D-9F4A-9AA7-FE5F-243DDBB56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73372" y="811025"/>
                <a:ext cx="91822" cy="3140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9" name="Line 103">
                <a:extLst>
                  <a:ext uri="{FF2B5EF4-FFF2-40B4-BE49-F238E27FC236}">
                    <a16:creationId xmlns:a16="http://schemas.microsoft.com/office/drawing/2014/main" id="{82EE99F7-E88F-8B02-FF22-38C7258FA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539" y="738657"/>
                <a:ext cx="99071" cy="15839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0" name="Line 104">
                <a:extLst>
                  <a:ext uri="{FF2B5EF4-FFF2-40B4-BE49-F238E27FC236}">
                    <a16:creationId xmlns:a16="http://schemas.microsoft.com/office/drawing/2014/main" id="{D68D0CB1-B093-44C6-A28C-D4DE86ED6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719541"/>
                <a:ext cx="88197" cy="5734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1" name="Oval 105">
                <a:extLst>
                  <a:ext uri="{FF2B5EF4-FFF2-40B4-BE49-F238E27FC236}">
                    <a16:creationId xmlns:a16="http://schemas.microsoft.com/office/drawing/2014/main" id="{955ED7AF-81EB-CCEE-8EB9-B4DF72C7D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2" name="Oval 106">
                <a:extLst>
                  <a:ext uri="{FF2B5EF4-FFF2-40B4-BE49-F238E27FC236}">
                    <a16:creationId xmlns:a16="http://schemas.microsoft.com/office/drawing/2014/main" id="{D93B9BAD-7265-25A2-715C-F68A53643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757" y="591189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3" name="Oval 107">
                <a:extLst>
                  <a:ext uri="{FF2B5EF4-FFF2-40B4-BE49-F238E27FC236}">
                    <a16:creationId xmlns:a16="http://schemas.microsoft.com/office/drawing/2014/main" id="{816E16BB-A5CB-044C-26E5-AD3CA2779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solidFill>
                <a:srgbClr val="3475CD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4" name="Oval 108">
                <a:extLst>
                  <a:ext uri="{FF2B5EF4-FFF2-40B4-BE49-F238E27FC236}">
                    <a16:creationId xmlns:a16="http://schemas.microsoft.com/office/drawing/2014/main" id="{A5F29A52-E271-3819-66FF-E81AD7AE8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74" y="1010380"/>
                <a:ext cx="90614" cy="102408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5" name="Line 109">
                <a:extLst>
                  <a:ext uri="{FF2B5EF4-FFF2-40B4-BE49-F238E27FC236}">
                    <a16:creationId xmlns:a16="http://schemas.microsoft.com/office/drawing/2014/main" id="{22FD7F6D-8D05-0387-0DE1-134B5E608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768" y="1010380"/>
                <a:ext cx="89406" cy="46425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6" name="Line 110">
                <a:extLst>
                  <a:ext uri="{FF2B5EF4-FFF2-40B4-BE49-F238E27FC236}">
                    <a16:creationId xmlns:a16="http://schemas.microsoft.com/office/drawing/2014/main" id="{494C96C6-69BA-923E-8668-A8308A697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311" y="888856"/>
                <a:ext cx="102695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7" name="Line 111">
                <a:extLst>
                  <a:ext uri="{FF2B5EF4-FFF2-40B4-BE49-F238E27FC236}">
                    <a16:creationId xmlns:a16="http://schemas.microsoft.com/office/drawing/2014/main" id="{1FC6E218-49BC-03BD-8FD5-4AFE1E86D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686" y="756407"/>
                <a:ext cx="122026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8" name="Line 112">
                <a:extLst>
                  <a:ext uri="{FF2B5EF4-FFF2-40B4-BE49-F238E27FC236}">
                    <a16:creationId xmlns:a16="http://schemas.microsoft.com/office/drawing/2014/main" id="{316A35C0-CB2E-CB88-495B-DAF57BBFD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0935" y="659461"/>
                <a:ext cx="94238" cy="3413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9" name="Line 113">
                <a:extLst>
                  <a:ext uri="{FF2B5EF4-FFF2-40B4-BE49-F238E27FC236}">
                    <a16:creationId xmlns:a16="http://schemas.microsoft.com/office/drawing/2014/main" id="{091A3426-7804-4029-CE22-A6076B823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3686" y="671750"/>
                <a:ext cx="106320" cy="14883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0" name="Line 114">
                <a:extLst>
                  <a:ext uri="{FF2B5EF4-FFF2-40B4-BE49-F238E27FC236}">
                    <a16:creationId xmlns:a16="http://schemas.microsoft.com/office/drawing/2014/main" id="{C0DEF6D0-7FB9-15A7-59A7-FCA03B947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895" y="685404"/>
                <a:ext cx="118402" cy="271723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1" name="Line 115">
                <a:extLst>
                  <a:ext uri="{FF2B5EF4-FFF2-40B4-BE49-F238E27FC236}">
                    <a16:creationId xmlns:a16="http://schemas.microsoft.com/office/drawing/2014/main" id="{15B260E2-5D80-4C04-9A49-DA56D7826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5788" y="1013111"/>
                <a:ext cx="91822" cy="49156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2" name="Line 116">
                <a:extLst>
                  <a:ext uri="{FF2B5EF4-FFF2-40B4-BE49-F238E27FC236}">
                    <a16:creationId xmlns:a16="http://schemas.microsoft.com/office/drawing/2014/main" id="{45D9E26D-4FA3-162D-EE0C-B5895F9B9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0955" y="891587"/>
                <a:ext cx="106320" cy="14337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3" name="Line 117">
                <a:extLst>
                  <a:ext uri="{FF2B5EF4-FFF2-40B4-BE49-F238E27FC236}">
                    <a16:creationId xmlns:a16="http://schemas.microsoft.com/office/drawing/2014/main" id="{C68FBBDF-35C2-5342-B9CF-B5D078E8E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7665" y="759138"/>
                <a:ext cx="123235" cy="26079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4" name="Line 118">
                <a:extLst>
                  <a:ext uri="{FF2B5EF4-FFF2-40B4-BE49-F238E27FC236}">
                    <a16:creationId xmlns:a16="http://schemas.microsoft.com/office/drawing/2014/main" id="{DC963931-7785-3D42-3171-3B1881EAE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8539" y="663557"/>
                <a:ext cx="97863" cy="35502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5" name="Line 119">
                <a:extLst>
                  <a:ext uri="{FF2B5EF4-FFF2-40B4-BE49-F238E27FC236}">
                    <a16:creationId xmlns:a16="http://schemas.microsoft.com/office/drawing/2014/main" id="{E9E7A495-BDC9-3F82-2A77-1BA7574A9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0081" y="677212"/>
                <a:ext cx="119610" cy="137909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6" name="Line 120">
                <a:extLst>
                  <a:ext uri="{FF2B5EF4-FFF2-40B4-BE49-F238E27FC236}">
                    <a16:creationId xmlns:a16="http://schemas.microsoft.com/office/drawing/2014/main" id="{EF75A006-CF0F-14AB-0365-A7CF96456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50416" y="686770"/>
                <a:ext cx="128068" cy="266261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126395E-34CF-0BE8-0004-02B2A961FB92}"/>
                </a:ext>
              </a:extLst>
            </p:cNvPr>
            <p:cNvSpPr txBox="1"/>
            <p:nvPr/>
          </p:nvSpPr>
          <p:spPr>
            <a:xfrm>
              <a:off x="5590068" y="447488"/>
              <a:ext cx="1056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ko-KR" altLang="en-US" sz="2400" b="1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1" name="연결선: 꺾임 270">
              <a:extLst>
                <a:ext uri="{FF2B5EF4-FFF2-40B4-BE49-F238E27FC236}">
                  <a16:creationId xmlns:a16="http://schemas.microsoft.com/office/drawing/2014/main" id="{BFE45A6A-4B87-716D-F015-8597A05C1FAE}"/>
                </a:ext>
              </a:extLst>
            </p:cNvPr>
            <p:cNvCxnSpPr>
              <a:cxnSpLocks/>
              <a:stCxn id="220" idx="1"/>
            </p:cNvCxnSpPr>
            <p:nvPr/>
          </p:nvCxnSpPr>
          <p:spPr>
            <a:xfrm rot="10800000" flipV="1">
              <a:off x="3079103" y="1759003"/>
              <a:ext cx="2076471" cy="2505470"/>
            </a:xfrm>
            <a:prstGeom prst="bentConnector2">
              <a:avLst/>
            </a:prstGeom>
            <a:ln w="38100">
              <a:solidFill>
                <a:srgbClr val="4472C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연결선: 꺾임 272">
              <a:extLst>
                <a:ext uri="{FF2B5EF4-FFF2-40B4-BE49-F238E27FC236}">
                  <a16:creationId xmlns:a16="http://schemas.microsoft.com/office/drawing/2014/main" id="{DB849F0B-B450-18A8-0467-192CB479F32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897213" y="1961719"/>
              <a:ext cx="2505469" cy="2100038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화살표 연결선 276">
              <a:extLst>
                <a:ext uri="{FF2B5EF4-FFF2-40B4-BE49-F238E27FC236}">
                  <a16:creationId xmlns:a16="http://schemas.microsoft.com/office/drawing/2014/main" id="{0D443DE0-CF78-587E-7D0E-82339AFE6454}"/>
                </a:ext>
              </a:extLst>
            </p:cNvPr>
            <p:cNvCxnSpPr>
              <a:stCxn id="220" idx="2"/>
              <a:endCxn id="218" idx="0"/>
            </p:cNvCxnSpPr>
            <p:nvPr/>
          </p:nvCxnSpPr>
          <p:spPr>
            <a:xfrm flipH="1">
              <a:off x="6127750" y="2560973"/>
              <a:ext cx="1" cy="170350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389E7242-9321-2F0C-8BFB-D70074596E1E}"/>
                </a:ext>
              </a:extLst>
            </p:cNvPr>
            <p:cNvSpPr txBox="1"/>
            <p:nvPr/>
          </p:nvSpPr>
          <p:spPr>
            <a:xfrm>
              <a:off x="6462454" y="2672811"/>
              <a:ext cx="9380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ACB6333D-BF6F-9CC0-26F7-343CB89A6E42}"/>
                </a:ext>
              </a:extLst>
            </p:cNvPr>
            <p:cNvSpPr txBox="1"/>
            <p:nvPr/>
          </p:nvSpPr>
          <p:spPr>
            <a:xfrm>
              <a:off x="7580860" y="2682144"/>
              <a:ext cx="1297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Reward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0160F151-2E3C-0A28-AC15-E98D7B6FA3AF}"/>
                </a:ext>
              </a:extLst>
            </p:cNvPr>
            <p:cNvSpPr/>
            <p:nvPr/>
          </p:nvSpPr>
          <p:spPr>
            <a:xfrm>
              <a:off x="5577044" y="2872929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B1C220AE-9B81-9081-E697-58EB2AE588E0}"/>
                </a:ext>
              </a:extLst>
            </p:cNvPr>
            <p:cNvSpPr/>
            <p:nvPr/>
          </p:nvSpPr>
          <p:spPr>
            <a:xfrm>
              <a:off x="8643046" y="2877594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8012B2A6-DE24-8559-0332-EFE2ACD73147}"/>
                </a:ext>
              </a:extLst>
            </p:cNvPr>
            <p:cNvSpPr/>
            <p:nvPr/>
          </p:nvSpPr>
          <p:spPr>
            <a:xfrm>
              <a:off x="2529599" y="2815525"/>
              <a:ext cx="1106424" cy="11064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4B63084-A8DB-CD5F-447A-8AC88223AE23}"/>
                </a:ext>
              </a:extLst>
            </p:cNvPr>
            <p:cNvSpPr txBox="1"/>
            <p:nvPr/>
          </p:nvSpPr>
          <p:spPr>
            <a:xfrm>
              <a:off x="3476064" y="2642096"/>
              <a:ext cx="11416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Action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5BB9E881-7E56-C481-D746-9D049D3D3999}"/>
                </a:ext>
              </a:extLst>
            </p:cNvPr>
            <p:cNvGrpSpPr/>
            <p:nvPr/>
          </p:nvGrpSpPr>
          <p:grpSpPr>
            <a:xfrm>
              <a:off x="8786105" y="3011933"/>
              <a:ext cx="827723" cy="827723"/>
              <a:chOff x="8786105" y="3011933"/>
              <a:chExt cx="827723" cy="827723"/>
            </a:xfrm>
          </p:grpSpPr>
          <p:sp>
            <p:nvSpPr>
              <p:cNvPr id="288" name="자유형: 도형 287">
                <a:extLst>
                  <a:ext uri="{FF2B5EF4-FFF2-40B4-BE49-F238E27FC236}">
                    <a16:creationId xmlns:a16="http://schemas.microsoft.com/office/drawing/2014/main" id="{5CBFCB0E-231F-2293-1430-ECACDFAEC281}"/>
                  </a:ext>
                </a:extLst>
              </p:cNvPr>
              <p:cNvSpPr/>
              <p:nvPr/>
            </p:nvSpPr>
            <p:spPr>
              <a:xfrm>
                <a:off x="9078428" y="3011933"/>
                <a:ext cx="535400" cy="534352"/>
              </a:xfrm>
              <a:custGeom>
                <a:avLst/>
                <a:gdLst>
                  <a:gd name="connsiteX0" fmla="*/ 441103 w 535400"/>
                  <a:gd name="connsiteY0" fmla="*/ 94298 h 534352"/>
                  <a:gd name="connsiteX1" fmla="*/ 430625 w 535400"/>
                  <a:gd name="connsiteY1" fmla="*/ 0 h 534352"/>
                  <a:gd name="connsiteX2" fmla="*/ 315373 w 535400"/>
                  <a:gd name="connsiteY2" fmla="*/ 115253 h 534352"/>
                  <a:gd name="connsiteX3" fmla="*/ 321659 w 535400"/>
                  <a:gd name="connsiteY3" fmla="*/ 169736 h 534352"/>
                  <a:gd name="connsiteX4" fmla="*/ 154019 w 535400"/>
                  <a:gd name="connsiteY4" fmla="*/ 337376 h 534352"/>
                  <a:gd name="connsiteX5" fmla="*/ 104775 w 535400"/>
                  <a:gd name="connsiteY5" fmla="*/ 324803 h 534352"/>
                  <a:gd name="connsiteX6" fmla="*/ 0 w 535400"/>
                  <a:gd name="connsiteY6" fmla="*/ 429578 h 534352"/>
                  <a:gd name="connsiteX7" fmla="*/ 104775 w 535400"/>
                  <a:gd name="connsiteY7" fmla="*/ 534353 h 534352"/>
                  <a:gd name="connsiteX8" fmla="*/ 209550 w 535400"/>
                  <a:gd name="connsiteY8" fmla="*/ 429578 h 534352"/>
                  <a:gd name="connsiteX9" fmla="*/ 198025 w 535400"/>
                  <a:gd name="connsiteY9" fmla="*/ 381381 h 534352"/>
                  <a:gd name="connsiteX10" fmla="*/ 365665 w 535400"/>
                  <a:gd name="connsiteY10" fmla="*/ 213741 h 534352"/>
                  <a:gd name="connsiteX11" fmla="*/ 420148 w 535400"/>
                  <a:gd name="connsiteY11" fmla="*/ 220028 h 534352"/>
                  <a:gd name="connsiteX12" fmla="*/ 535400 w 535400"/>
                  <a:gd name="connsiteY12" fmla="*/ 104775 h 534352"/>
                  <a:gd name="connsiteX13" fmla="*/ 441103 w 535400"/>
                  <a:gd name="connsiteY13" fmla="*/ 94298 h 53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5400" h="534352">
                    <a:moveTo>
                      <a:pt x="441103" y="94298"/>
                    </a:moveTo>
                    <a:lnTo>
                      <a:pt x="430625" y="0"/>
                    </a:lnTo>
                    <a:lnTo>
                      <a:pt x="315373" y="115253"/>
                    </a:lnTo>
                    <a:lnTo>
                      <a:pt x="321659" y="169736"/>
                    </a:lnTo>
                    <a:lnTo>
                      <a:pt x="154019" y="337376"/>
                    </a:lnTo>
                    <a:cubicBezTo>
                      <a:pt x="139351" y="330041"/>
                      <a:pt x="122587" y="324803"/>
                      <a:pt x="104775" y="324803"/>
                    </a:cubicBezTo>
                    <a:cubicBezTo>
                      <a:pt x="47149" y="324803"/>
                      <a:pt x="0" y="371951"/>
                      <a:pt x="0" y="429578"/>
                    </a:cubicBezTo>
                    <a:cubicBezTo>
                      <a:pt x="0" y="487204"/>
                      <a:pt x="47149" y="534353"/>
                      <a:pt x="104775" y="534353"/>
                    </a:cubicBezTo>
                    <a:cubicBezTo>
                      <a:pt x="162401" y="534353"/>
                      <a:pt x="209550" y="487204"/>
                      <a:pt x="209550" y="429578"/>
                    </a:cubicBezTo>
                    <a:cubicBezTo>
                      <a:pt x="209550" y="411766"/>
                      <a:pt x="205359" y="396050"/>
                      <a:pt x="198025" y="381381"/>
                    </a:cubicBezTo>
                    <a:lnTo>
                      <a:pt x="365665" y="213741"/>
                    </a:lnTo>
                    <a:lnTo>
                      <a:pt x="420148" y="220028"/>
                    </a:lnTo>
                    <a:lnTo>
                      <a:pt x="535400" y="104775"/>
                    </a:lnTo>
                    <a:lnTo>
                      <a:pt x="441103" y="94298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914AE3B0-308A-2D12-9E5B-4BC6492076DE}"/>
                  </a:ext>
                </a:extLst>
              </p:cNvPr>
              <p:cNvSpPr/>
              <p:nvPr/>
            </p:nvSpPr>
            <p:spPr>
              <a:xfrm>
                <a:off x="8786105" y="3043366"/>
                <a:ext cx="796290" cy="796290"/>
              </a:xfrm>
              <a:custGeom>
                <a:avLst/>
                <a:gdLst>
                  <a:gd name="connsiteX0" fmla="*/ 741807 w 796290"/>
                  <a:gd name="connsiteY0" fmla="*/ 217932 h 796290"/>
                  <a:gd name="connsiteX1" fmla="*/ 728186 w 796290"/>
                  <a:gd name="connsiteY1" fmla="*/ 232601 h 796290"/>
                  <a:gd name="connsiteX2" fmla="*/ 708279 w 796290"/>
                  <a:gd name="connsiteY2" fmla="*/ 230505 h 796290"/>
                  <a:gd name="connsiteX3" fmla="*/ 686276 w 796290"/>
                  <a:gd name="connsiteY3" fmla="*/ 227362 h 796290"/>
                  <a:gd name="connsiteX4" fmla="*/ 733425 w 796290"/>
                  <a:gd name="connsiteY4" fmla="*/ 398145 h 796290"/>
                  <a:gd name="connsiteX5" fmla="*/ 398145 w 796290"/>
                  <a:gd name="connsiteY5" fmla="*/ 733425 h 796290"/>
                  <a:gd name="connsiteX6" fmla="*/ 62865 w 796290"/>
                  <a:gd name="connsiteY6" fmla="*/ 398145 h 796290"/>
                  <a:gd name="connsiteX7" fmla="*/ 398145 w 796290"/>
                  <a:gd name="connsiteY7" fmla="*/ 62865 h 796290"/>
                  <a:gd name="connsiteX8" fmla="*/ 568928 w 796290"/>
                  <a:gd name="connsiteY8" fmla="*/ 110014 h 796290"/>
                  <a:gd name="connsiteX9" fmla="*/ 566833 w 796290"/>
                  <a:gd name="connsiteY9" fmla="*/ 89059 h 796290"/>
                  <a:gd name="connsiteX10" fmla="*/ 563690 w 796290"/>
                  <a:gd name="connsiteY10" fmla="*/ 68104 h 796290"/>
                  <a:gd name="connsiteX11" fmla="*/ 578358 w 796290"/>
                  <a:gd name="connsiteY11" fmla="*/ 53435 h 796290"/>
                  <a:gd name="connsiteX12" fmla="*/ 585692 w 796290"/>
                  <a:gd name="connsiteY12" fmla="*/ 46101 h 796290"/>
                  <a:gd name="connsiteX13" fmla="*/ 398145 w 796290"/>
                  <a:gd name="connsiteY13" fmla="*/ 0 h 796290"/>
                  <a:gd name="connsiteX14" fmla="*/ 0 w 796290"/>
                  <a:gd name="connsiteY14" fmla="*/ 398145 h 796290"/>
                  <a:gd name="connsiteX15" fmla="*/ 398145 w 796290"/>
                  <a:gd name="connsiteY15" fmla="*/ 796290 h 796290"/>
                  <a:gd name="connsiteX16" fmla="*/ 796290 w 796290"/>
                  <a:gd name="connsiteY16" fmla="*/ 398145 h 796290"/>
                  <a:gd name="connsiteX17" fmla="*/ 749141 w 796290"/>
                  <a:gd name="connsiteY17" fmla="*/ 211646 h 796290"/>
                  <a:gd name="connsiteX18" fmla="*/ 741807 w 796290"/>
                  <a:gd name="connsiteY18" fmla="*/ 217932 h 796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96290" h="796290">
                    <a:moveTo>
                      <a:pt x="741807" y="217932"/>
                    </a:moveTo>
                    <a:lnTo>
                      <a:pt x="728186" y="232601"/>
                    </a:lnTo>
                    <a:lnTo>
                      <a:pt x="708279" y="230505"/>
                    </a:lnTo>
                    <a:lnTo>
                      <a:pt x="686276" y="227362"/>
                    </a:lnTo>
                    <a:cubicBezTo>
                      <a:pt x="715613" y="277654"/>
                      <a:pt x="733425" y="335280"/>
                      <a:pt x="733425" y="398145"/>
                    </a:cubicBezTo>
                    <a:cubicBezTo>
                      <a:pt x="733425" y="582549"/>
                      <a:pt x="582549" y="733425"/>
                      <a:pt x="398145" y="733425"/>
                    </a:cubicBezTo>
                    <a:cubicBezTo>
                      <a:pt x="213741" y="733425"/>
                      <a:pt x="62865" y="582549"/>
                      <a:pt x="62865" y="398145"/>
                    </a:cubicBezTo>
                    <a:cubicBezTo>
                      <a:pt x="62865" y="213741"/>
                      <a:pt x="213741" y="62865"/>
                      <a:pt x="398145" y="62865"/>
                    </a:cubicBezTo>
                    <a:cubicBezTo>
                      <a:pt x="459962" y="62865"/>
                      <a:pt x="518636" y="79629"/>
                      <a:pt x="568928" y="110014"/>
                    </a:cubicBezTo>
                    <a:lnTo>
                      <a:pt x="566833" y="89059"/>
                    </a:lnTo>
                    <a:lnTo>
                      <a:pt x="563690" y="68104"/>
                    </a:lnTo>
                    <a:lnTo>
                      <a:pt x="578358" y="53435"/>
                    </a:lnTo>
                    <a:lnTo>
                      <a:pt x="585692" y="46101"/>
                    </a:lnTo>
                    <a:cubicBezTo>
                      <a:pt x="529114" y="16764"/>
                      <a:pt x="466249" y="0"/>
                      <a:pt x="398145" y="0"/>
                    </a:cubicBezTo>
                    <a:cubicBezTo>
                      <a:pt x="178118" y="0"/>
                      <a:pt x="0" y="178118"/>
                      <a:pt x="0" y="398145"/>
                    </a:cubicBezTo>
                    <a:cubicBezTo>
                      <a:pt x="0" y="618173"/>
                      <a:pt x="178118" y="796290"/>
                      <a:pt x="398145" y="796290"/>
                    </a:cubicBezTo>
                    <a:cubicBezTo>
                      <a:pt x="618173" y="796290"/>
                      <a:pt x="796290" y="618173"/>
                      <a:pt x="796290" y="398145"/>
                    </a:cubicBezTo>
                    <a:cubicBezTo>
                      <a:pt x="796290" y="330041"/>
                      <a:pt x="779526" y="267176"/>
                      <a:pt x="749141" y="211646"/>
                    </a:cubicBezTo>
                    <a:lnTo>
                      <a:pt x="741807" y="217932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AB916E67-3E1C-FE1C-024F-F79A2829F505}"/>
                  </a:ext>
                </a:extLst>
              </p:cNvPr>
              <p:cNvSpPr/>
              <p:nvPr/>
            </p:nvSpPr>
            <p:spPr>
              <a:xfrm>
                <a:off x="8932790" y="3190051"/>
                <a:ext cx="502920" cy="502920"/>
              </a:xfrm>
              <a:custGeom>
                <a:avLst/>
                <a:gdLst>
                  <a:gd name="connsiteX0" fmla="*/ 426434 w 502920"/>
                  <a:gd name="connsiteY0" fmla="*/ 180213 h 502920"/>
                  <a:gd name="connsiteX1" fmla="*/ 440055 w 502920"/>
                  <a:gd name="connsiteY1" fmla="*/ 251460 h 502920"/>
                  <a:gd name="connsiteX2" fmla="*/ 251460 w 502920"/>
                  <a:gd name="connsiteY2" fmla="*/ 440055 h 502920"/>
                  <a:gd name="connsiteX3" fmla="*/ 62865 w 502920"/>
                  <a:gd name="connsiteY3" fmla="*/ 251460 h 502920"/>
                  <a:gd name="connsiteX4" fmla="*/ 251460 w 502920"/>
                  <a:gd name="connsiteY4" fmla="*/ 62865 h 502920"/>
                  <a:gd name="connsiteX5" fmla="*/ 322707 w 502920"/>
                  <a:gd name="connsiteY5" fmla="*/ 76486 h 502920"/>
                  <a:gd name="connsiteX6" fmla="*/ 369856 w 502920"/>
                  <a:gd name="connsiteY6" fmla="*/ 29337 h 502920"/>
                  <a:gd name="connsiteX7" fmla="*/ 251460 w 502920"/>
                  <a:gd name="connsiteY7" fmla="*/ 0 h 502920"/>
                  <a:gd name="connsiteX8" fmla="*/ 0 w 502920"/>
                  <a:gd name="connsiteY8" fmla="*/ 251460 h 502920"/>
                  <a:gd name="connsiteX9" fmla="*/ 251460 w 502920"/>
                  <a:gd name="connsiteY9" fmla="*/ 502920 h 502920"/>
                  <a:gd name="connsiteX10" fmla="*/ 502920 w 502920"/>
                  <a:gd name="connsiteY10" fmla="*/ 251460 h 502920"/>
                  <a:gd name="connsiteX11" fmla="*/ 473583 w 502920"/>
                  <a:gd name="connsiteY11" fmla="*/ 133064 h 502920"/>
                  <a:gd name="connsiteX12" fmla="*/ 426434 w 502920"/>
                  <a:gd name="connsiteY12" fmla="*/ 180213 h 50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2920" h="502920">
                    <a:moveTo>
                      <a:pt x="426434" y="180213"/>
                    </a:moveTo>
                    <a:cubicBezTo>
                      <a:pt x="435864" y="202216"/>
                      <a:pt x="440055" y="226314"/>
                      <a:pt x="440055" y="251460"/>
                    </a:cubicBezTo>
                    <a:cubicBezTo>
                      <a:pt x="440055" y="355187"/>
                      <a:pt x="355187" y="440055"/>
                      <a:pt x="251460" y="440055"/>
                    </a:cubicBezTo>
                    <a:cubicBezTo>
                      <a:pt x="147733" y="440055"/>
                      <a:pt x="62865" y="355187"/>
                      <a:pt x="62865" y="251460"/>
                    </a:cubicBezTo>
                    <a:cubicBezTo>
                      <a:pt x="62865" y="147733"/>
                      <a:pt x="147733" y="62865"/>
                      <a:pt x="251460" y="62865"/>
                    </a:cubicBezTo>
                    <a:cubicBezTo>
                      <a:pt x="276606" y="62865"/>
                      <a:pt x="300704" y="68104"/>
                      <a:pt x="322707" y="76486"/>
                    </a:cubicBezTo>
                    <a:lnTo>
                      <a:pt x="369856" y="29337"/>
                    </a:lnTo>
                    <a:cubicBezTo>
                      <a:pt x="334232" y="10478"/>
                      <a:pt x="294418" y="0"/>
                      <a:pt x="251460" y="0"/>
                    </a:cubicBezTo>
                    <a:cubicBezTo>
                      <a:pt x="113157" y="0"/>
                      <a:pt x="0" y="113157"/>
                      <a:pt x="0" y="251460"/>
                    </a:cubicBezTo>
                    <a:cubicBezTo>
                      <a:pt x="0" y="389763"/>
                      <a:pt x="113157" y="502920"/>
                      <a:pt x="251460" y="502920"/>
                    </a:cubicBezTo>
                    <a:cubicBezTo>
                      <a:pt x="389763" y="502920"/>
                      <a:pt x="502920" y="389763"/>
                      <a:pt x="502920" y="251460"/>
                    </a:cubicBezTo>
                    <a:cubicBezTo>
                      <a:pt x="502920" y="208502"/>
                      <a:pt x="492443" y="168688"/>
                      <a:pt x="473583" y="133064"/>
                    </a:cubicBezTo>
                    <a:lnTo>
                      <a:pt x="426434" y="180213"/>
                    </a:lnTo>
                    <a:close/>
                  </a:path>
                </a:pathLst>
              </a:custGeom>
              <a:solidFill>
                <a:srgbClr val="000000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pic>
          <p:nvPicPr>
            <p:cNvPr id="285" name="그래픽 284" descr="실행 단색으로 채워진">
              <a:extLst>
                <a:ext uri="{FF2B5EF4-FFF2-40B4-BE49-F238E27FC236}">
                  <a16:creationId xmlns:a16="http://schemas.microsoft.com/office/drawing/2014/main" id="{252CE114-87BE-ED04-7D69-D193DFE9B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77592" y="2888032"/>
              <a:ext cx="1005840" cy="1005840"/>
            </a:xfrm>
            <a:prstGeom prst="rect">
              <a:avLst/>
            </a:prstGeom>
          </p:spPr>
        </p:pic>
        <p:pic>
          <p:nvPicPr>
            <p:cNvPr id="286" name="그래픽 285" descr="톱니바퀴 단색으로 채워진">
              <a:extLst>
                <a:ext uri="{FF2B5EF4-FFF2-40B4-BE49-F238E27FC236}">
                  <a16:creationId xmlns:a16="http://schemas.microsoft.com/office/drawing/2014/main" id="{C3B8ABEA-A92E-5E80-38F4-585B6E2D8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5283" y="2931974"/>
              <a:ext cx="1005840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09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그림 70">
            <a:extLst>
              <a:ext uri="{FF2B5EF4-FFF2-40B4-BE49-F238E27FC236}">
                <a16:creationId xmlns:a16="http://schemas.microsoft.com/office/drawing/2014/main" id="{9C7B6F8E-3C01-039E-4B3A-11E59E90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18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C290-5087-709C-EE71-0A1BDD49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그룹 724">
            <a:extLst>
              <a:ext uri="{FF2B5EF4-FFF2-40B4-BE49-F238E27FC236}">
                <a16:creationId xmlns:a16="http://schemas.microsoft.com/office/drawing/2014/main" id="{55050A02-ED0F-DCBB-58EF-F38842F107BE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63DCA7F4-02A3-B256-CA5C-FEE8D30F2BD6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34F38E3F-68FE-81AF-DC58-A63D739974A6}"/>
                </a:ext>
              </a:extLst>
            </p:cNvPr>
            <p:cNvSpPr/>
            <p:nvPr/>
          </p:nvSpPr>
          <p:spPr>
            <a:xfrm>
              <a:off x="1918867" y="4264473"/>
              <a:ext cx="8417766" cy="2183363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704385C1-BBAF-A147-4A37-A992C64B1A56}"/>
                </a:ext>
              </a:extLst>
            </p:cNvPr>
            <p:cNvSpPr txBox="1"/>
            <p:nvPr/>
          </p:nvSpPr>
          <p:spPr>
            <a:xfrm>
              <a:off x="2023057" y="4357779"/>
              <a:ext cx="20458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  <a:endParaRPr lang="ko-KR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91" name="그룹 590">
              <a:extLst>
                <a:ext uri="{FF2B5EF4-FFF2-40B4-BE49-F238E27FC236}">
                  <a16:creationId xmlns:a16="http://schemas.microsoft.com/office/drawing/2014/main" id="{F2F88291-3DAE-1BA6-4E06-447104832F42}"/>
                </a:ext>
              </a:extLst>
            </p:cNvPr>
            <p:cNvGrpSpPr/>
            <p:nvPr/>
          </p:nvGrpSpPr>
          <p:grpSpPr>
            <a:xfrm>
              <a:off x="2124583" y="460031"/>
              <a:ext cx="1944355" cy="3794461"/>
              <a:chOff x="2124583" y="460031"/>
              <a:chExt cx="1944355" cy="3794461"/>
            </a:xfrm>
          </p:grpSpPr>
          <p:grpSp>
            <p:nvGrpSpPr>
              <p:cNvPr id="461" name="그룹 460">
                <a:extLst>
                  <a:ext uri="{FF2B5EF4-FFF2-40B4-BE49-F238E27FC236}">
                    <a16:creationId xmlns:a16="http://schemas.microsoft.com/office/drawing/2014/main" id="{BC9057CB-206A-7653-7CE3-443280843673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297" name="그룹 296">
                  <a:extLst>
                    <a:ext uri="{FF2B5EF4-FFF2-40B4-BE49-F238E27FC236}">
                      <a16:creationId xmlns:a16="http://schemas.microsoft.com/office/drawing/2014/main" id="{708517CD-B8C7-50DD-1F6A-E5B67E7D3E9F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2" name="그룹 1">
                    <a:extLst>
                      <a:ext uri="{FF2B5EF4-FFF2-40B4-BE49-F238E27FC236}">
                        <a16:creationId xmlns:a16="http://schemas.microsoft.com/office/drawing/2014/main" id="{DA0C7DC6-385E-EA04-FE4F-F21F56C80154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220" name="사각형: 둥근 모서리 219">
                      <a:extLst>
                        <a:ext uri="{FF2B5EF4-FFF2-40B4-BE49-F238E27FC236}">
                          <a16:creationId xmlns:a16="http://schemas.microsoft.com/office/drawing/2014/main" id="{988AC81B-27C6-5F1D-4DC9-9ABD2F8F2E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221" name="그룹 220">
                      <a:extLst>
                        <a:ext uri="{FF2B5EF4-FFF2-40B4-BE49-F238E27FC236}">
                          <a16:creationId xmlns:a16="http://schemas.microsoft.com/office/drawing/2014/main" id="{B6959CBA-952D-FDD5-A36D-F5E4DE05E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222" name="AutoShape 75">
                        <a:extLst>
                          <a:ext uri="{FF2B5EF4-FFF2-40B4-BE49-F238E27FC236}">
                            <a16:creationId xmlns:a16="http://schemas.microsoft.com/office/drawing/2014/main" id="{6367E668-98DE-B818-DEB8-7B2687B59E21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3" name="Oval 77">
                        <a:extLst>
                          <a:ext uri="{FF2B5EF4-FFF2-40B4-BE49-F238E27FC236}">
                            <a16:creationId xmlns:a16="http://schemas.microsoft.com/office/drawing/2014/main" id="{34D6758A-571B-0805-A54E-BFC1D656050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4" name="Oval 78">
                        <a:extLst>
                          <a:ext uri="{FF2B5EF4-FFF2-40B4-BE49-F238E27FC236}">
                            <a16:creationId xmlns:a16="http://schemas.microsoft.com/office/drawing/2014/main" id="{55040B39-52D7-7BFD-4879-F8E37586A48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5" name="Oval 79">
                        <a:extLst>
                          <a:ext uri="{FF2B5EF4-FFF2-40B4-BE49-F238E27FC236}">
                            <a16:creationId xmlns:a16="http://schemas.microsoft.com/office/drawing/2014/main" id="{D9242A7A-3DC3-D3BD-765B-109AA39A47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6" name="Oval 80">
                        <a:extLst>
                          <a:ext uri="{FF2B5EF4-FFF2-40B4-BE49-F238E27FC236}">
                            <a16:creationId xmlns:a16="http://schemas.microsoft.com/office/drawing/2014/main" id="{5D5E5470-3931-7708-4AC8-464076921D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7" name="Oval 81">
                        <a:extLst>
                          <a:ext uri="{FF2B5EF4-FFF2-40B4-BE49-F238E27FC236}">
                            <a16:creationId xmlns:a16="http://schemas.microsoft.com/office/drawing/2014/main" id="{391A1909-5E85-9A42-DD77-5B564FB8679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8" name="Oval 82">
                        <a:extLst>
                          <a:ext uri="{FF2B5EF4-FFF2-40B4-BE49-F238E27FC236}">
                            <a16:creationId xmlns:a16="http://schemas.microsoft.com/office/drawing/2014/main" id="{B17B84C9-C6D1-0156-4201-191FDCB1E5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29" name="Oval 83">
                        <a:extLst>
                          <a:ext uri="{FF2B5EF4-FFF2-40B4-BE49-F238E27FC236}">
                            <a16:creationId xmlns:a16="http://schemas.microsoft.com/office/drawing/2014/main" id="{7E833FA5-AC0E-4FAA-5461-B5F6C704D2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0" name="Oval 84">
                        <a:extLst>
                          <a:ext uri="{FF2B5EF4-FFF2-40B4-BE49-F238E27FC236}">
                            <a16:creationId xmlns:a16="http://schemas.microsoft.com/office/drawing/2014/main" id="{5228A115-E3B6-B480-3D70-0205C6CBF11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1" name="Oval 85">
                        <a:extLst>
                          <a:ext uri="{FF2B5EF4-FFF2-40B4-BE49-F238E27FC236}">
                            <a16:creationId xmlns:a16="http://schemas.microsoft.com/office/drawing/2014/main" id="{5763C427-F0B3-A133-73C7-50516D3C193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2" name="Oval 86">
                        <a:extLst>
                          <a:ext uri="{FF2B5EF4-FFF2-40B4-BE49-F238E27FC236}">
                            <a16:creationId xmlns:a16="http://schemas.microsoft.com/office/drawing/2014/main" id="{5205CA5A-C116-7115-6D23-93C45EF1579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3" name="Line 87">
                        <a:extLst>
                          <a:ext uri="{FF2B5EF4-FFF2-40B4-BE49-F238E27FC236}">
                            <a16:creationId xmlns:a16="http://schemas.microsoft.com/office/drawing/2014/main" id="{51C6B785-80DF-1EBA-2BDB-5666727B1C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4" name="Line 88">
                        <a:extLst>
                          <a:ext uri="{FF2B5EF4-FFF2-40B4-BE49-F238E27FC236}">
                            <a16:creationId xmlns:a16="http://schemas.microsoft.com/office/drawing/2014/main" id="{7C0D81B8-35DF-68C9-C764-49976AF961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5" name="Line 89">
                        <a:extLst>
                          <a:ext uri="{FF2B5EF4-FFF2-40B4-BE49-F238E27FC236}">
                            <a16:creationId xmlns:a16="http://schemas.microsoft.com/office/drawing/2014/main" id="{03006729-A5C6-16BC-4B3B-B59CF3A1A39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6" name="Line 90">
                        <a:extLst>
                          <a:ext uri="{FF2B5EF4-FFF2-40B4-BE49-F238E27FC236}">
                            <a16:creationId xmlns:a16="http://schemas.microsoft.com/office/drawing/2014/main" id="{A6473000-801C-6CA2-C963-79AE03677B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7" name="Line 91">
                        <a:extLst>
                          <a:ext uri="{FF2B5EF4-FFF2-40B4-BE49-F238E27FC236}">
                            <a16:creationId xmlns:a16="http://schemas.microsoft.com/office/drawing/2014/main" id="{AF0F4719-30DE-36C6-6DB4-B0C7432EBF5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8" name="Line 92">
                        <a:extLst>
                          <a:ext uri="{FF2B5EF4-FFF2-40B4-BE49-F238E27FC236}">
                            <a16:creationId xmlns:a16="http://schemas.microsoft.com/office/drawing/2014/main" id="{19DC8299-398E-2E0E-5978-B2FC139FF36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39" name="Oval 93">
                        <a:extLst>
                          <a:ext uri="{FF2B5EF4-FFF2-40B4-BE49-F238E27FC236}">
                            <a16:creationId xmlns:a16="http://schemas.microsoft.com/office/drawing/2014/main" id="{93158E60-49D6-7651-3ADD-5358853AFD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0" name="Oval 94">
                        <a:extLst>
                          <a:ext uri="{FF2B5EF4-FFF2-40B4-BE49-F238E27FC236}">
                            <a16:creationId xmlns:a16="http://schemas.microsoft.com/office/drawing/2014/main" id="{42A1DD4C-A76E-736B-154A-68F2F32A7F5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1" name="Oval 95">
                        <a:extLst>
                          <a:ext uri="{FF2B5EF4-FFF2-40B4-BE49-F238E27FC236}">
                            <a16:creationId xmlns:a16="http://schemas.microsoft.com/office/drawing/2014/main" id="{52E98419-3824-FE61-113A-6D392DC6C9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2" name="Oval 96">
                        <a:extLst>
                          <a:ext uri="{FF2B5EF4-FFF2-40B4-BE49-F238E27FC236}">
                            <a16:creationId xmlns:a16="http://schemas.microsoft.com/office/drawing/2014/main" id="{4B7C5A36-541D-50A6-2557-CA85E86291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3" name="Oval 97">
                        <a:extLst>
                          <a:ext uri="{FF2B5EF4-FFF2-40B4-BE49-F238E27FC236}">
                            <a16:creationId xmlns:a16="http://schemas.microsoft.com/office/drawing/2014/main" id="{CB71EE51-E31A-F58F-41F3-BEC8EFAFD4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4" name="Freeform 98">
                        <a:extLst>
                          <a:ext uri="{FF2B5EF4-FFF2-40B4-BE49-F238E27FC236}">
                            <a16:creationId xmlns:a16="http://schemas.microsoft.com/office/drawing/2014/main" id="{FEF9DB40-854F-DDE9-68BF-9FCB5E2C52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5" name="Line 99">
                        <a:extLst>
                          <a:ext uri="{FF2B5EF4-FFF2-40B4-BE49-F238E27FC236}">
                            <a16:creationId xmlns:a16="http://schemas.microsoft.com/office/drawing/2014/main" id="{7C185710-21FC-A868-E552-2007929FC0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6" name="Line 100">
                        <a:extLst>
                          <a:ext uri="{FF2B5EF4-FFF2-40B4-BE49-F238E27FC236}">
                            <a16:creationId xmlns:a16="http://schemas.microsoft.com/office/drawing/2014/main" id="{CAA4E018-883E-A91B-46C7-A9143D2D00E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7" name="Line 101">
                        <a:extLst>
                          <a:ext uri="{FF2B5EF4-FFF2-40B4-BE49-F238E27FC236}">
                            <a16:creationId xmlns:a16="http://schemas.microsoft.com/office/drawing/2014/main" id="{4CED779A-2CAC-F06D-44CB-91D4D51D417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8" name="Line 102">
                        <a:extLst>
                          <a:ext uri="{FF2B5EF4-FFF2-40B4-BE49-F238E27FC236}">
                            <a16:creationId xmlns:a16="http://schemas.microsoft.com/office/drawing/2014/main" id="{299C220B-4930-25F4-94E3-3FE1E14BBCE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49" name="Line 103">
                        <a:extLst>
                          <a:ext uri="{FF2B5EF4-FFF2-40B4-BE49-F238E27FC236}">
                            <a16:creationId xmlns:a16="http://schemas.microsoft.com/office/drawing/2014/main" id="{1E318FB9-F095-548C-2A31-FA5230B4C16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0" name="Line 104">
                        <a:extLst>
                          <a:ext uri="{FF2B5EF4-FFF2-40B4-BE49-F238E27FC236}">
                            <a16:creationId xmlns:a16="http://schemas.microsoft.com/office/drawing/2014/main" id="{0E6C4968-9277-94D8-DE85-206989D2B69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1" name="Oval 105">
                        <a:extLst>
                          <a:ext uri="{FF2B5EF4-FFF2-40B4-BE49-F238E27FC236}">
                            <a16:creationId xmlns:a16="http://schemas.microsoft.com/office/drawing/2014/main" id="{5ED994B4-DFC3-DF0D-8330-4A230195EF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2" name="Oval 106">
                        <a:extLst>
                          <a:ext uri="{FF2B5EF4-FFF2-40B4-BE49-F238E27FC236}">
                            <a16:creationId xmlns:a16="http://schemas.microsoft.com/office/drawing/2014/main" id="{CF9975A9-CADF-CF39-251E-D861495740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3" name="Oval 107">
                        <a:extLst>
                          <a:ext uri="{FF2B5EF4-FFF2-40B4-BE49-F238E27FC236}">
                            <a16:creationId xmlns:a16="http://schemas.microsoft.com/office/drawing/2014/main" id="{5BBC75B5-8C74-8841-4E07-0F2592F0B7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4" name="Oval 108">
                        <a:extLst>
                          <a:ext uri="{FF2B5EF4-FFF2-40B4-BE49-F238E27FC236}">
                            <a16:creationId xmlns:a16="http://schemas.microsoft.com/office/drawing/2014/main" id="{ADA89FC6-3A22-4659-DA32-3326D5F0B2D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5" name="Line 109">
                        <a:extLst>
                          <a:ext uri="{FF2B5EF4-FFF2-40B4-BE49-F238E27FC236}">
                            <a16:creationId xmlns:a16="http://schemas.microsoft.com/office/drawing/2014/main" id="{8CB92B88-F3A9-9AB1-4429-5DF6219EB31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6" name="Line 110">
                        <a:extLst>
                          <a:ext uri="{FF2B5EF4-FFF2-40B4-BE49-F238E27FC236}">
                            <a16:creationId xmlns:a16="http://schemas.microsoft.com/office/drawing/2014/main" id="{9DF40B0B-5F18-79D8-ED33-0501456DC9F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7" name="Line 111">
                        <a:extLst>
                          <a:ext uri="{FF2B5EF4-FFF2-40B4-BE49-F238E27FC236}">
                            <a16:creationId xmlns:a16="http://schemas.microsoft.com/office/drawing/2014/main" id="{DDDB1F51-E869-8A12-3F23-0E8D4C9B19D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8" name="Line 112">
                        <a:extLst>
                          <a:ext uri="{FF2B5EF4-FFF2-40B4-BE49-F238E27FC236}">
                            <a16:creationId xmlns:a16="http://schemas.microsoft.com/office/drawing/2014/main" id="{0EB5183D-2537-4969-A6EA-8F804AC5FA7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59" name="Line 113">
                        <a:extLst>
                          <a:ext uri="{FF2B5EF4-FFF2-40B4-BE49-F238E27FC236}">
                            <a16:creationId xmlns:a16="http://schemas.microsoft.com/office/drawing/2014/main" id="{C9F9327D-46BF-8B2D-29BA-45866124471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0" name="Line 114">
                        <a:extLst>
                          <a:ext uri="{FF2B5EF4-FFF2-40B4-BE49-F238E27FC236}">
                            <a16:creationId xmlns:a16="http://schemas.microsoft.com/office/drawing/2014/main" id="{A9A1D500-63AA-B755-1CCB-F16EC6C756C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1" name="Line 115">
                        <a:extLst>
                          <a:ext uri="{FF2B5EF4-FFF2-40B4-BE49-F238E27FC236}">
                            <a16:creationId xmlns:a16="http://schemas.microsoft.com/office/drawing/2014/main" id="{2781FB96-F6E1-6C4D-FFEC-AFDBD8A1504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2" name="Line 116">
                        <a:extLst>
                          <a:ext uri="{FF2B5EF4-FFF2-40B4-BE49-F238E27FC236}">
                            <a16:creationId xmlns:a16="http://schemas.microsoft.com/office/drawing/2014/main" id="{5A5D90C3-9DAA-BBA8-AFBC-47136F7B4A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3" name="Line 117">
                        <a:extLst>
                          <a:ext uri="{FF2B5EF4-FFF2-40B4-BE49-F238E27FC236}">
                            <a16:creationId xmlns:a16="http://schemas.microsoft.com/office/drawing/2014/main" id="{358F8B0D-FCD6-A24D-2C90-CAE84DC936F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4" name="Line 118">
                        <a:extLst>
                          <a:ext uri="{FF2B5EF4-FFF2-40B4-BE49-F238E27FC236}">
                            <a16:creationId xmlns:a16="http://schemas.microsoft.com/office/drawing/2014/main" id="{57200F25-7DA3-0657-FC90-4FD3A0CB776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5" name="Line 119">
                        <a:extLst>
                          <a:ext uri="{FF2B5EF4-FFF2-40B4-BE49-F238E27FC236}">
                            <a16:creationId xmlns:a16="http://schemas.microsoft.com/office/drawing/2014/main" id="{D81FD466-A1D8-A906-A905-6A509183CE1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266" name="Line 120">
                        <a:extLst>
                          <a:ext uri="{FF2B5EF4-FFF2-40B4-BE49-F238E27FC236}">
                            <a16:creationId xmlns:a16="http://schemas.microsoft.com/office/drawing/2014/main" id="{239A7811-C87A-C048-AA47-7DAADB51494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277" name="직선 화살표 연결선 276">
                    <a:extLst>
                      <a:ext uri="{FF2B5EF4-FFF2-40B4-BE49-F238E27FC236}">
                        <a16:creationId xmlns:a16="http://schemas.microsoft.com/office/drawing/2014/main" id="{48C54225-526F-7D4B-9C6D-0A5961D4AD4A}"/>
                      </a:ext>
                    </a:extLst>
                  </p:cNvPr>
                  <p:cNvCxnSpPr>
                    <a:stCxn id="220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직선 화살표 연결선 294">
                    <a:extLst>
                      <a:ext uri="{FF2B5EF4-FFF2-40B4-BE49-F238E27FC236}">
                        <a16:creationId xmlns:a16="http://schemas.microsoft.com/office/drawing/2014/main" id="{95C7AD90-E1F1-5F28-93E5-A88BF5CC2D9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직선 화살표 연결선 295">
                    <a:extLst>
                      <a:ext uri="{FF2B5EF4-FFF2-40B4-BE49-F238E27FC236}">
                        <a16:creationId xmlns:a16="http://schemas.microsoft.com/office/drawing/2014/main" id="{B78F3D42-D56C-1A23-7D37-58E17EA08E0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5" name="그룹 454">
                  <a:extLst>
                    <a:ext uri="{FF2B5EF4-FFF2-40B4-BE49-F238E27FC236}">
                      <a16:creationId xmlns:a16="http://schemas.microsoft.com/office/drawing/2014/main" id="{7B3A9526-4405-527E-B0D5-5AF758AD7194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282" name="타원 281">
                    <a:extLst>
                      <a:ext uri="{FF2B5EF4-FFF2-40B4-BE49-F238E27FC236}">
                        <a16:creationId xmlns:a16="http://schemas.microsoft.com/office/drawing/2014/main" id="{7753119D-4A07-1B48-BBF6-83E48D071B79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5" name="그래픽 284" descr="실행 단색으로 채워진">
                    <a:extLst>
                      <a:ext uri="{FF2B5EF4-FFF2-40B4-BE49-F238E27FC236}">
                        <a16:creationId xmlns:a16="http://schemas.microsoft.com/office/drawing/2014/main" id="{10188B66-52A6-E8BD-4D8B-429C40B998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6" name="그룹 455">
                  <a:extLst>
                    <a:ext uri="{FF2B5EF4-FFF2-40B4-BE49-F238E27FC236}">
                      <a16:creationId xmlns:a16="http://schemas.microsoft.com/office/drawing/2014/main" id="{875DB9AC-1E6F-A3E5-6294-F88F9EAF2F9A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280" name="타원 279">
                    <a:extLst>
                      <a:ext uri="{FF2B5EF4-FFF2-40B4-BE49-F238E27FC236}">
                        <a16:creationId xmlns:a16="http://schemas.microsoft.com/office/drawing/2014/main" id="{08E15BA3-054C-F93F-89AF-A373E35200D1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86" name="그래픽 285" descr="톱니바퀴 단색으로 채워진">
                    <a:extLst>
                      <a:ext uri="{FF2B5EF4-FFF2-40B4-BE49-F238E27FC236}">
                        <a16:creationId xmlns:a16="http://schemas.microsoft.com/office/drawing/2014/main" id="{7756D4FD-34F8-94E6-0AEE-735883F90B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81" name="타원 280">
                  <a:extLst>
                    <a:ext uri="{FF2B5EF4-FFF2-40B4-BE49-F238E27FC236}">
                      <a16:creationId xmlns:a16="http://schemas.microsoft.com/office/drawing/2014/main" id="{B75DE0E2-718C-34C2-7D66-4C9F158A5D56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91" name="그룹 290">
                  <a:extLst>
                    <a:ext uri="{FF2B5EF4-FFF2-40B4-BE49-F238E27FC236}">
                      <a16:creationId xmlns:a16="http://schemas.microsoft.com/office/drawing/2014/main" id="{D347F272-FF01-BB0D-B1E6-897CEB76DED4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288" name="자유형: 도형 287">
                    <a:extLst>
                      <a:ext uri="{FF2B5EF4-FFF2-40B4-BE49-F238E27FC236}">
                        <a16:creationId xmlns:a16="http://schemas.microsoft.com/office/drawing/2014/main" id="{9A61D092-AA40-8C11-E542-634E5D0CCEA2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9" name="자유형: 도형 288">
                    <a:extLst>
                      <a:ext uri="{FF2B5EF4-FFF2-40B4-BE49-F238E27FC236}">
                        <a16:creationId xmlns:a16="http://schemas.microsoft.com/office/drawing/2014/main" id="{7850B807-9EA1-ED99-2814-0840D05F370A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0" name="자유형: 도형 289">
                    <a:extLst>
                      <a:ext uri="{FF2B5EF4-FFF2-40B4-BE49-F238E27FC236}">
                        <a16:creationId xmlns:a16="http://schemas.microsoft.com/office/drawing/2014/main" id="{E408BA72-EC41-4397-8882-17C386B671EE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590" name="TextBox 589">
                <a:extLst>
                  <a:ext uri="{FF2B5EF4-FFF2-40B4-BE49-F238E27FC236}">
                    <a16:creationId xmlns:a16="http://schemas.microsoft.com/office/drawing/2014/main" id="{67F1B93F-6522-FA96-D5E3-3DE50A86C1B5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2" name="그룹 591">
              <a:extLst>
                <a:ext uri="{FF2B5EF4-FFF2-40B4-BE49-F238E27FC236}">
                  <a16:creationId xmlns:a16="http://schemas.microsoft.com/office/drawing/2014/main" id="{4549334F-9510-0518-F6FA-3B82F2727FC5}"/>
                </a:ext>
              </a:extLst>
            </p:cNvPr>
            <p:cNvGrpSpPr/>
            <p:nvPr/>
          </p:nvGrpSpPr>
          <p:grpSpPr>
            <a:xfrm>
              <a:off x="4332659" y="450050"/>
              <a:ext cx="1944355" cy="3794461"/>
              <a:chOff x="2124583" y="460031"/>
              <a:chExt cx="1944355" cy="3794461"/>
            </a:xfrm>
          </p:grpSpPr>
          <p:grpSp>
            <p:nvGrpSpPr>
              <p:cNvPr id="593" name="그룹 592">
                <a:extLst>
                  <a:ext uri="{FF2B5EF4-FFF2-40B4-BE49-F238E27FC236}">
                    <a16:creationId xmlns:a16="http://schemas.microsoft.com/office/drawing/2014/main" id="{E4677361-372F-799F-B77D-3F3840693A3A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595" name="그룹 594">
                  <a:extLst>
                    <a:ext uri="{FF2B5EF4-FFF2-40B4-BE49-F238E27FC236}">
                      <a16:creationId xmlns:a16="http://schemas.microsoft.com/office/drawing/2014/main" id="{4E2601F7-0895-D9FE-38F9-09AE4D2169A6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607" name="그룹 606">
                    <a:extLst>
                      <a:ext uri="{FF2B5EF4-FFF2-40B4-BE49-F238E27FC236}">
                        <a16:creationId xmlns:a16="http://schemas.microsoft.com/office/drawing/2014/main" id="{4D25A360-F4F4-7A48-7360-7A58AF0B7663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611" name="사각형: 둥근 모서리 610">
                      <a:extLst>
                        <a:ext uri="{FF2B5EF4-FFF2-40B4-BE49-F238E27FC236}">
                          <a16:creationId xmlns:a16="http://schemas.microsoft.com/office/drawing/2014/main" id="{6C1B1076-6625-64A2-C26A-4B39A202D4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612" name="그룹 611">
                      <a:extLst>
                        <a:ext uri="{FF2B5EF4-FFF2-40B4-BE49-F238E27FC236}">
                          <a16:creationId xmlns:a16="http://schemas.microsoft.com/office/drawing/2014/main" id="{49AA28EC-6B00-AF3B-CC60-797B68B119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613" name="AutoShape 75">
                        <a:extLst>
                          <a:ext uri="{FF2B5EF4-FFF2-40B4-BE49-F238E27FC236}">
                            <a16:creationId xmlns:a16="http://schemas.microsoft.com/office/drawing/2014/main" id="{91681569-6C73-69B3-A2D4-A8B1EF6EAC23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4" name="Oval 77">
                        <a:extLst>
                          <a:ext uri="{FF2B5EF4-FFF2-40B4-BE49-F238E27FC236}">
                            <a16:creationId xmlns:a16="http://schemas.microsoft.com/office/drawing/2014/main" id="{8F269292-9CBC-0510-1D07-B327AD3B5E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5" name="Oval 78">
                        <a:extLst>
                          <a:ext uri="{FF2B5EF4-FFF2-40B4-BE49-F238E27FC236}">
                            <a16:creationId xmlns:a16="http://schemas.microsoft.com/office/drawing/2014/main" id="{FFCCD75E-9627-2436-6039-DF3686291B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6" name="Oval 79">
                        <a:extLst>
                          <a:ext uri="{FF2B5EF4-FFF2-40B4-BE49-F238E27FC236}">
                            <a16:creationId xmlns:a16="http://schemas.microsoft.com/office/drawing/2014/main" id="{62094515-295F-7C9F-C0EC-E0E038E821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7" name="Oval 80">
                        <a:extLst>
                          <a:ext uri="{FF2B5EF4-FFF2-40B4-BE49-F238E27FC236}">
                            <a16:creationId xmlns:a16="http://schemas.microsoft.com/office/drawing/2014/main" id="{8DC20C4C-3D97-5762-806E-6462B72B67F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8" name="Oval 81">
                        <a:extLst>
                          <a:ext uri="{FF2B5EF4-FFF2-40B4-BE49-F238E27FC236}">
                            <a16:creationId xmlns:a16="http://schemas.microsoft.com/office/drawing/2014/main" id="{B76EC3F8-B676-7A9F-FE92-535825D2AE8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19" name="Oval 82">
                        <a:extLst>
                          <a:ext uri="{FF2B5EF4-FFF2-40B4-BE49-F238E27FC236}">
                            <a16:creationId xmlns:a16="http://schemas.microsoft.com/office/drawing/2014/main" id="{DC6EF7E4-8A10-17F6-E459-0D95F20F66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0" name="Oval 83">
                        <a:extLst>
                          <a:ext uri="{FF2B5EF4-FFF2-40B4-BE49-F238E27FC236}">
                            <a16:creationId xmlns:a16="http://schemas.microsoft.com/office/drawing/2014/main" id="{0CC91B33-A720-E960-F797-F61D207EFF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1" name="Oval 84">
                        <a:extLst>
                          <a:ext uri="{FF2B5EF4-FFF2-40B4-BE49-F238E27FC236}">
                            <a16:creationId xmlns:a16="http://schemas.microsoft.com/office/drawing/2014/main" id="{38177DAE-0CBF-C070-55C4-5C10F44C60E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2" name="Oval 85">
                        <a:extLst>
                          <a:ext uri="{FF2B5EF4-FFF2-40B4-BE49-F238E27FC236}">
                            <a16:creationId xmlns:a16="http://schemas.microsoft.com/office/drawing/2014/main" id="{954A6DD6-21D7-7B39-EA0E-EC97BB0095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3" name="Oval 86">
                        <a:extLst>
                          <a:ext uri="{FF2B5EF4-FFF2-40B4-BE49-F238E27FC236}">
                            <a16:creationId xmlns:a16="http://schemas.microsoft.com/office/drawing/2014/main" id="{F6CB2EAA-8D41-AC39-C1AE-8B65B7036CF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4" name="Line 87">
                        <a:extLst>
                          <a:ext uri="{FF2B5EF4-FFF2-40B4-BE49-F238E27FC236}">
                            <a16:creationId xmlns:a16="http://schemas.microsoft.com/office/drawing/2014/main" id="{107DB4F2-CB26-350F-7A0C-C46C325DE8A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5" name="Line 88">
                        <a:extLst>
                          <a:ext uri="{FF2B5EF4-FFF2-40B4-BE49-F238E27FC236}">
                            <a16:creationId xmlns:a16="http://schemas.microsoft.com/office/drawing/2014/main" id="{9F9D3424-F8C2-22D5-0CC6-22D9541C1F9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6" name="Line 89">
                        <a:extLst>
                          <a:ext uri="{FF2B5EF4-FFF2-40B4-BE49-F238E27FC236}">
                            <a16:creationId xmlns:a16="http://schemas.microsoft.com/office/drawing/2014/main" id="{9DFC51D3-6E6D-8717-070E-A9626AA3236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7" name="Line 90">
                        <a:extLst>
                          <a:ext uri="{FF2B5EF4-FFF2-40B4-BE49-F238E27FC236}">
                            <a16:creationId xmlns:a16="http://schemas.microsoft.com/office/drawing/2014/main" id="{6E57B3AE-1B62-0DBD-3013-A0B814ECDA5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8" name="Line 91">
                        <a:extLst>
                          <a:ext uri="{FF2B5EF4-FFF2-40B4-BE49-F238E27FC236}">
                            <a16:creationId xmlns:a16="http://schemas.microsoft.com/office/drawing/2014/main" id="{A7588026-B42D-D7CF-32FF-1761E96B4AA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29" name="Line 92">
                        <a:extLst>
                          <a:ext uri="{FF2B5EF4-FFF2-40B4-BE49-F238E27FC236}">
                            <a16:creationId xmlns:a16="http://schemas.microsoft.com/office/drawing/2014/main" id="{A7CE58F1-3AA4-39BD-F34C-56D2433846B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0" name="Oval 93">
                        <a:extLst>
                          <a:ext uri="{FF2B5EF4-FFF2-40B4-BE49-F238E27FC236}">
                            <a16:creationId xmlns:a16="http://schemas.microsoft.com/office/drawing/2014/main" id="{67E01B0B-F20C-1F18-D932-17CA075267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1" name="Oval 94">
                        <a:extLst>
                          <a:ext uri="{FF2B5EF4-FFF2-40B4-BE49-F238E27FC236}">
                            <a16:creationId xmlns:a16="http://schemas.microsoft.com/office/drawing/2014/main" id="{7D61F22D-0F82-CE0F-842A-2D3ACAF2971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2" name="Oval 95">
                        <a:extLst>
                          <a:ext uri="{FF2B5EF4-FFF2-40B4-BE49-F238E27FC236}">
                            <a16:creationId xmlns:a16="http://schemas.microsoft.com/office/drawing/2014/main" id="{F2618E21-EA2E-CB9E-20AA-2A08545700D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3" name="Oval 96">
                        <a:extLst>
                          <a:ext uri="{FF2B5EF4-FFF2-40B4-BE49-F238E27FC236}">
                            <a16:creationId xmlns:a16="http://schemas.microsoft.com/office/drawing/2014/main" id="{C79E7947-CF31-C8FF-5E01-07AF2432C3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4" name="Oval 97">
                        <a:extLst>
                          <a:ext uri="{FF2B5EF4-FFF2-40B4-BE49-F238E27FC236}">
                            <a16:creationId xmlns:a16="http://schemas.microsoft.com/office/drawing/2014/main" id="{7F3E5B53-C732-2E83-8DFA-FB40DE6034D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5" name="Freeform 98">
                        <a:extLst>
                          <a:ext uri="{FF2B5EF4-FFF2-40B4-BE49-F238E27FC236}">
                            <a16:creationId xmlns:a16="http://schemas.microsoft.com/office/drawing/2014/main" id="{77A5CBEE-DE62-2CED-8D7E-5E2465D410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6" name="Line 99">
                        <a:extLst>
                          <a:ext uri="{FF2B5EF4-FFF2-40B4-BE49-F238E27FC236}">
                            <a16:creationId xmlns:a16="http://schemas.microsoft.com/office/drawing/2014/main" id="{C08C90DE-CF64-08CA-80FD-C98BC2C153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7" name="Line 100">
                        <a:extLst>
                          <a:ext uri="{FF2B5EF4-FFF2-40B4-BE49-F238E27FC236}">
                            <a16:creationId xmlns:a16="http://schemas.microsoft.com/office/drawing/2014/main" id="{F2228997-99EC-F29A-A085-1E28A2D38AA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8" name="Line 101">
                        <a:extLst>
                          <a:ext uri="{FF2B5EF4-FFF2-40B4-BE49-F238E27FC236}">
                            <a16:creationId xmlns:a16="http://schemas.microsoft.com/office/drawing/2014/main" id="{DD877139-B7A3-E80C-72E8-3D9F57A8EA7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39" name="Line 102">
                        <a:extLst>
                          <a:ext uri="{FF2B5EF4-FFF2-40B4-BE49-F238E27FC236}">
                            <a16:creationId xmlns:a16="http://schemas.microsoft.com/office/drawing/2014/main" id="{F995DD98-63DC-D33D-6AC1-4893BDD1B58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0" name="Line 103">
                        <a:extLst>
                          <a:ext uri="{FF2B5EF4-FFF2-40B4-BE49-F238E27FC236}">
                            <a16:creationId xmlns:a16="http://schemas.microsoft.com/office/drawing/2014/main" id="{C546FD15-295C-7171-9AE9-B0C895D99A5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1" name="Line 104">
                        <a:extLst>
                          <a:ext uri="{FF2B5EF4-FFF2-40B4-BE49-F238E27FC236}">
                            <a16:creationId xmlns:a16="http://schemas.microsoft.com/office/drawing/2014/main" id="{A107F20E-CABD-458F-8CE5-E64B7EF55FB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2" name="Oval 105">
                        <a:extLst>
                          <a:ext uri="{FF2B5EF4-FFF2-40B4-BE49-F238E27FC236}">
                            <a16:creationId xmlns:a16="http://schemas.microsoft.com/office/drawing/2014/main" id="{A3E33F03-4FAC-70B5-877D-2793772F22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3" name="Oval 106">
                        <a:extLst>
                          <a:ext uri="{FF2B5EF4-FFF2-40B4-BE49-F238E27FC236}">
                            <a16:creationId xmlns:a16="http://schemas.microsoft.com/office/drawing/2014/main" id="{88BDD77A-1886-876A-F516-BCAC8C985A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4" name="Oval 107">
                        <a:extLst>
                          <a:ext uri="{FF2B5EF4-FFF2-40B4-BE49-F238E27FC236}">
                            <a16:creationId xmlns:a16="http://schemas.microsoft.com/office/drawing/2014/main" id="{568C1079-F4AA-BD72-AB0F-FD67E23778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5" name="Oval 108">
                        <a:extLst>
                          <a:ext uri="{FF2B5EF4-FFF2-40B4-BE49-F238E27FC236}">
                            <a16:creationId xmlns:a16="http://schemas.microsoft.com/office/drawing/2014/main" id="{4802281A-FFAC-ECAE-5A37-D30A2A984A8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6" name="Line 109">
                        <a:extLst>
                          <a:ext uri="{FF2B5EF4-FFF2-40B4-BE49-F238E27FC236}">
                            <a16:creationId xmlns:a16="http://schemas.microsoft.com/office/drawing/2014/main" id="{5D76F2A3-B665-2B35-D829-296DBB4EB3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7" name="Line 110">
                        <a:extLst>
                          <a:ext uri="{FF2B5EF4-FFF2-40B4-BE49-F238E27FC236}">
                            <a16:creationId xmlns:a16="http://schemas.microsoft.com/office/drawing/2014/main" id="{040E65EB-145E-D01D-EE72-5A63C62570E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8" name="Line 111">
                        <a:extLst>
                          <a:ext uri="{FF2B5EF4-FFF2-40B4-BE49-F238E27FC236}">
                            <a16:creationId xmlns:a16="http://schemas.microsoft.com/office/drawing/2014/main" id="{DBE2A9FD-D0FE-B74A-6041-AE6A52850C5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49" name="Line 112">
                        <a:extLst>
                          <a:ext uri="{FF2B5EF4-FFF2-40B4-BE49-F238E27FC236}">
                            <a16:creationId xmlns:a16="http://schemas.microsoft.com/office/drawing/2014/main" id="{CFD078FC-A4FD-8058-A829-E22CF5CB08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0" name="Line 113">
                        <a:extLst>
                          <a:ext uri="{FF2B5EF4-FFF2-40B4-BE49-F238E27FC236}">
                            <a16:creationId xmlns:a16="http://schemas.microsoft.com/office/drawing/2014/main" id="{34A78C70-11C2-67C1-2A45-7ED8FDCE688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1" name="Line 114">
                        <a:extLst>
                          <a:ext uri="{FF2B5EF4-FFF2-40B4-BE49-F238E27FC236}">
                            <a16:creationId xmlns:a16="http://schemas.microsoft.com/office/drawing/2014/main" id="{4FE1DCFC-68CE-D39B-7400-49923A303CD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2" name="Line 115">
                        <a:extLst>
                          <a:ext uri="{FF2B5EF4-FFF2-40B4-BE49-F238E27FC236}">
                            <a16:creationId xmlns:a16="http://schemas.microsoft.com/office/drawing/2014/main" id="{339ECCF8-ECB7-D0B2-D3BD-71055E83699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3" name="Line 116">
                        <a:extLst>
                          <a:ext uri="{FF2B5EF4-FFF2-40B4-BE49-F238E27FC236}">
                            <a16:creationId xmlns:a16="http://schemas.microsoft.com/office/drawing/2014/main" id="{5F7CEBFB-4890-8541-73FB-BAB4C3D3CA9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4" name="Line 117">
                        <a:extLst>
                          <a:ext uri="{FF2B5EF4-FFF2-40B4-BE49-F238E27FC236}">
                            <a16:creationId xmlns:a16="http://schemas.microsoft.com/office/drawing/2014/main" id="{9AB2F029-C81B-EF58-0118-B8DCFD6DFCE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5" name="Line 118">
                        <a:extLst>
                          <a:ext uri="{FF2B5EF4-FFF2-40B4-BE49-F238E27FC236}">
                            <a16:creationId xmlns:a16="http://schemas.microsoft.com/office/drawing/2014/main" id="{306C49A7-8DBA-2BDB-12BA-A86567380F8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6" name="Line 119">
                        <a:extLst>
                          <a:ext uri="{FF2B5EF4-FFF2-40B4-BE49-F238E27FC236}">
                            <a16:creationId xmlns:a16="http://schemas.microsoft.com/office/drawing/2014/main" id="{0CC093F5-7199-56AC-0707-710C8F4CBC6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57" name="Line 120">
                        <a:extLst>
                          <a:ext uri="{FF2B5EF4-FFF2-40B4-BE49-F238E27FC236}">
                            <a16:creationId xmlns:a16="http://schemas.microsoft.com/office/drawing/2014/main" id="{A6086E7A-0177-0A80-08BB-518A8EA0363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608" name="직선 화살표 연결선 607">
                    <a:extLst>
                      <a:ext uri="{FF2B5EF4-FFF2-40B4-BE49-F238E27FC236}">
                        <a16:creationId xmlns:a16="http://schemas.microsoft.com/office/drawing/2014/main" id="{3A35B463-7F6A-51D2-70A0-9EE8162E4E46}"/>
                      </a:ext>
                    </a:extLst>
                  </p:cNvPr>
                  <p:cNvCxnSpPr>
                    <a:stCxn id="611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9" name="직선 화살표 연결선 608">
                    <a:extLst>
                      <a:ext uri="{FF2B5EF4-FFF2-40B4-BE49-F238E27FC236}">
                        <a16:creationId xmlns:a16="http://schemas.microsoft.com/office/drawing/2014/main" id="{2B36E384-70D2-091D-77DD-FB70CF3180A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" name="직선 화살표 연결선 609">
                    <a:extLst>
                      <a:ext uri="{FF2B5EF4-FFF2-40B4-BE49-F238E27FC236}">
                        <a16:creationId xmlns:a16="http://schemas.microsoft.com/office/drawing/2014/main" id="{8BA9D018-5DD4-B747-0067-8C290854526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6" name="그룹 595">
                  <a:extLst>
                    <a:ext uri="{FF2B5EF4-FFF2-40B4-BE49-F238E27FC236}">
                      <a16:creationId xmlns:a16="http://schemas.microsoft.com/office/drawing/2014/main" id="{277910F8-F776-1005-3C40-8CC5963576D9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605" name="타원 604">
                    <a:extLst>
                      <a:ext uri="{FF2B5EF4-FFF2-40B4-BE49-F238E27FC236}">
                        <a16:creationId xmlns:a16="http://schemas.microsoft.com/office/drawing/2014/main" id="{FC6AA998-E1E5-AB53-07FF-F51D7F3822BE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06" name="그래픽 605" descr="실행 단색으로 채워진">
                    <a:extLst>
                      <a:ext uri="{FF2B5EF4-FFF2-40B4-BE49-F238E27FC236}">
                        <a16:creationId xmlns:a16="http://schemas.microsoft.com/office/drawing/2014/main" id="{74A1B4EB-8C09-1911-5973-EFB983C01B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97" name="그룹 596">
                  <a:extLst>
                    <a:ext uri="{FF2B5EF4-FFF2-40B4-BE49-F238E27FC236}">
                      <a16:creationId xmlns:a16="http://schemas.microsoft.com/office/drawing/2014/main" id="{3941707F-80C6-83F5-6857-7FCE9902FD74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603" name="타원 602">
                    <a:extLst>
                      <a:ext uri="{FF2B5EF4-FFF2-40B4-BE49-F238E27FC236}">
                        <a16:creationId xmlns:a16="http://schemas.microsoft.com/office/drawing/2014/main" id="{CB295FB7-F303-4EED-538A-91402E9B521E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04" name="그래픽 603" descr="톱니바퀴 단색으로 채워진">
                    <a:extLst>
                      <a:ext uri="{FF2B5EF4-FFF2-40B4-BE49-F238E27FC236}">
                        <a16:creationId xmlns:a16="http://schemas.microsoft.com/office/drawing/2014/main" id="{DA1C9799-4C68-C845-5E1E-02DAA8B73A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98" name="타원 597">
                  <a:extLst>
                    <a:ext uri="{FF2B5EF4-FFF2-40B4-BE49-F238E27FC236}">
                      <a16:creationId xmlns:a16="http://schemas.microsoft.com/office/drawing/2014/main" id="{3C5265E2-B62C-4D12-FFDD-120374B233D8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99" name="그룹 598">
                  <a:extLst>
                    <a:ext uri="{FF2B5EF4-FFF2-40B4-BE49-F238E27FC236}">
                      <a16:creationId xmlns:a16="http://schemas.microsoft.com/office/drawing/2014/main" id="{4945C1A0-D415-87B6-A518-2CCEAC86ADD9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600" name="자유형: 도형 599">
                    <a:extLst>
                      <a:ext uri="{FF2B5EF4-FFF2-40B4-BE49-F238E27FC236}">
                        <a16:creationId xmlns:a16="http://schemas.microsoft.com/office/drawing/2014/main" id="{36952DA8-38AA-7EDA-4C80-0FE990B20BDF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01" name="자유형: 도형 600">
                    <a:extLst>
                      <a:ext uri="{FF2B5EF4-FFF2-40B4-BE49-F238E27FC236}">
                        <a16:creationId xmlns:a16="http://schemas.microsoft.com/office/drawing/2014/main" id="{0B96636B-0CE9-E386-B606-6C95D5D20F1D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02" name="자유형: 도형 601">
                    <a:extLst>
                      <a:ext uri="{FF2B5EF4-FFF2-40B4-BE49-F238E27FC236}">
                        <a16:creationId xmlns:a16="http://schemas.microsoft.com/office/drawing/2014/main" id="{5BEED85C-A7D1-EC68-9268-BC07F511D471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506C3389-30FD-E45D-490A-CB8FB49C6C44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8" name="그룹 657">
              <a:extLst>
                <a:ext uri="{FF2B5EF4-FFF2-40B4-BE49-F238E27FC236}">
                  <a16:creationId xmlns:a16="http://schemas.microsoft.com/office/drawing/2014/main" id="{FCE2B4C2-03C0-C8E0-F017-CC2BE253C914}"/>
                </a:ext>
              </a:extLst>
            </p:cNvPr>
            <p:cNvGrpSpPr/>
            <p:nvPr/>
          </p:nvGrpSpPr>
          <p:grpSpPr>
            <a:xfrm>
              <a:off x="8169708" y="460031"/>
              <a:ext cx="1944355" cy="3794461"/>
              <a:chOff x="2124583" y="460031"/>
              <a:chExt cx="1944355" cy="3794461"/>
            </a:xfrm>
          </p:grpSpPr>
          <p:grpSp>
            <p:nvGrpSpPr>
              <p:cNvPr id="659" name="그룹 658">
                <a:extLst>
                  <a:ext uri="{FF2B5EF4-FFF2-40B4-BE49-F238E27FC236}">
                    <a16:creationId xmlns:a16="http://schemas.microsoft.com/office/drawing/2014/main" id="{A1E004AB-60F5-BA64-A7F4-EDF235287164}"/>
                  </a:ext>
                </a:extLst>
              </p:cNvPr>
              <p:cNvGrpSpPr/>
              <p:nvPr/>
            </p:nvGrpSpPr>
            <p:grpSpPr>
              <a:xfrm>
                <a:off x="2124583" y="937071"/>
                <a:ext cx="1944355" cy="3317421"/>
                <a:chOff x="2124583" y="937071"/>
                <a:chExt cx="1944355" cy="3317421"/>
              </a:xfrm>
            </p:grpSpPr>
            <p:grpSp>
              <p:nvGrpSpPr>
                <p:cNvPr id="661" name="그룹 660">
                  <a:extLst>
                    <a:ext uri="{FF2B5EF4-FFF2-40B4-BE49-F238E27FC236}">
                      <a16:creationId xmlns:a16="http://schemas.microsoft.com/office/drawing/2014/main" id="{15B5EC69-590C-AA48-2288-B127C2DDD70A}"/>
                    </a:ext>
                  </a:extLst>
                </p:cNvPr>
                <p:cNvGrpSpPr/>
                <p:nvPr/>
              </p:nvGrpSpPr>
              <p:grpSpPr>
                <a:xfrm>
                  <a:off x="2124583" y="937071"/>
                  <a:ext cx="1944355" cy="3317421"/>
                  <a:chOff x="2124583" y="937071"/>
                  <a:chExt cx="1944355" cy="3317421"/>
                </a:xfrm>
              </p:grpSpPr>
              <p:grpSp>
                <p:nvGrpSpPr>
                  <p:cNvPr id="673" name="그룹 672">
                    <a:extLst>
                      <a:ext uri="{FF2B5EF4-FFF2-40B4-BE49-F238E27FC236}">
                        <a16:creationId xmlns:a16="http://schemas.microsoft.com/office/drawing/2014/main" id="{174F6235-46B7-A2CB-9DA7-9B3945FD7318}"/>
                      </a:ext>
                    </a:extLst>
                  </p:cNvPr>
                  <p:cNvGrpSpPr/>
                  <p:nvPr/>
                </p:nvGrpSpPr>
                <p:grpSpPr>
                  <a:xfrm>
                    <a:off x="2124583" y="937071"/>
                    <a:ext cx="1944355" cy="1603940"/>
                    <a:chOff x="9364455" y="-1798867"/>
                    <a:chExt cx="1944355" cy="1603940"/>
                  </a:xfrm>
                </p:grpSpPr>
                <p:sp>
                  <p:nvSpPr>
                    <p:cNvPr id="677" name="사각형: 둥근 모서리 676">
                      <a:extLst>
                        <a:ext uri="{FF2B5EF4-FFF2-40B4-BE49-F238E27FC236}">
                          <a16:creationId xmlns:a16="http://schemas.microsoft.com/office/drawing/2014/main" id="{0636855D-6A67-136A-BE05-6E11E14D55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4455" y="-1798867"/>
                      <a:ext cx="1944355" cy="1603940"/>
                    </a:xfrm>
                    <a:prstGeom prst="roundRect">
                      <a:avLst>
                        <a:gd name="adj" fmla="val 6648"/>
                      </a:avLst>
                    </a:prstGeom>
                    <a:solidFill>
                      <a:schemeClr val="bg1"/>
                    </a:solidFill>
                    <a:ln w="38100"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678" name="그룹 677">
                      <a:extLst>
                        <a:ext uri="{FF2B5EF4-FFF2-40B4-BE49-F238E27FC236}">
                          <a16:creationId xmlns:a16="http://schemas.microsoft.com/office/drawing/2014/main" id="{925F87E9-3990-97F5-B34E-11AB9E12A7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36160" y="-1728239"/>
                      <a:ext cx="1382280" cy="1462684"/>
                      <a:chOff x="788240" y="569342"/>
                      <a:chExt cx="484482" cy="563928"/>
                    </a:xfrm>
                  </p:grpSpPr>
                  <p:sp>
                    <p:nvSpPr>
                      <p:cNvPr id="679" name="AutoShape 75">
                        <a:extLst>
                          <a:ext uri="{FF2B5EF4-FFF2-40B4-BE49-F238E27FC236}">
                            <a16:creationId xmlns:a16="http://schemas.microsoft.com/office/drawing/2014/main" id="{AD013025-CA85-0BD9-A76E-EF706987B223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788240" y="569342"/>
                        <a:ext cx="484482" cy="56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0" name="Oval 77">
                        <a:extLst>
                          <a:ext uri="{FF2B5EF4-FFF2-40B4-BE49-F238E27FC236}">
                            <a16:creationId xmlns:a16="http://schemas.microsoft.com/office/drawing/2014/main" id="{EA908E65-2764-D44D-96CF-F5153F8F8A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1" name="Oval 78">
                        <a:extLst>
                          <a:ext uri="{FF2B5EF4-FFF2-40B4-BE49-F238E27FC236}">
                            <a16:creationId xmlns:a16="http://schemas.microsoft.com/office/drawing/2014/main" id="{C78CB7E6-8D52-DD16-8355-9569FCF1A2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733195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2" name="Oval 79">
                        <a:extLst>
                          <a:ext uri="{FF2B5EF4-FFF2-40B4-BE49-F238E27FC236}">
                            <a16:creationId xmlns:a16="http://schemas.microsoft.com/office/drawing/2014/main" id="{BFBCEB5C-D88D-939A-248B-D15D35DE6F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3" name="Oval 80">
                        <a:extLst>
                          <a:ext uri="{FF2B5EF4-FFF2-40B4-BE49-F238E27FC236}">
                            <a16:creationId xmlns:a16="http://schemas.microsoft.com/office/drawing/2014/main" id="{7467A6C5-EFC7-5CA2-E11C-5DE2A31806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3966" y="86974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4" name="Oval 81">
                        <a:extLst>
                          <a:ext uri="{FF2B5EF4-FFF2-40B4-BE49-F238E27FC236}">
                            <a16:creationId xmlns:a16="http://schemas.microsoft.com/office/drawing/2014/main" id="{2CA6570B-B833-4880-B937-E545C02EB5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5" name="Oval 82">
                        <a:extLst>
                          <a:ext uri="{FF2B5EF4-FFF2-40B4-BE49-F238E27FC236}">
                            <a16:creationId xmlns:a16="http://schemas.microsoft.com/office/drawing/2014/main" id="{761ECCE2-D720-D502-7456-10964E090D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66901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6" name="Oval 83">
                        <a:extLst>
                          <a:ext uri="{FF2B5EF4-FFF2-40B4-BE49-F238E27FC236}">
                            <a16:creationId xmlns:a16="http://schemas.microsoft.com/office/drawing/2014/main" id="{8BC2CB7F-76EE-4A11-DC7B-40AD83DE48F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7" name="Oval 84">
                        <a:extLst>
                          <a:ext uri="{FF2B5EF4-FFF2-40B4-BE49-F238E27FC236}">
                            <a16:creationId xmlns:a16="http://schemas.microsoft.com/office/drawing/2014/main" id="{10A7DA5D-274F-CE1A-6B49-1CE0923A763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80556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8" name="Oval 85">
                        <a:extLst>
                          <a:ext uri="{FF2B5EF4-FFF2-40B4-BE49-F238E27FC236}">
                            <a16:creationId xmlns:a16="http://schemas.microsoft.com/office/drawing/2014/main" id="{EA0CD54B-5CBA-DA35-76F6-F3903EB26E9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89" name="Oval 86">
                        <a:extLst>
                          <a:ext uri="{FF2B5EF4-FFF2-40B4-BE49-F238E27FC236}">
                            <a16:creationId xmlns:a16="http://schemas.microsoft.com/office/drawing/2014/main" id="{1E7383B5-54D2-70E7-3881-2CECD471EF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7571" y="942108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0" name="Line 87">
                        <a:extLst>
                          <a:ext uri="{FF2B5EF4-FFF2-40B4-BE49-F238E27FC236}">
                            <a16:creationId xmlns:a16="http://schemas.microsoft.com/office/drawing/2014/main" id="{172BB345-B8E1-9034-769A-9054D16A6C4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8184" y="722272"/>
                        <a:ext cx="88197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1" name="Line 88">
                        <a:extLst>
                          <a:ext uri="{FF2B5EF4-FFF2-40B4-BE49-F238E27FC236}">
                            <a16:creationId xmlns:a16="http://schemas.microsoft.com/office/drawing/2014/main" id="{0C927EFB-AFD5-29EC-8E43-F83318A712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4560" y="738657"/>
                        <a:ext cx="103904" cy="14473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2" name="Line 89">
                        <a:extLst>
                          <a:ext uri="{FF2B5EF4-FFF2-40B4-BE49-F238E27FC236}">
                            <a16:creationId xmlns:a16="http://schemas.microsoft.com/office/drawing/2014/main" id="{D7BE8B46-11E1-A68D-6B48-49580D16367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791909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3" name="Line 90">
                        <a:extLst>
                          <a:ext uri="{FF2B5EF4-FFF2-40B4-BE49-F238E27FC236}">
                            <a16:creationId xmlns:a16="http://schemas.microsoft.com/office/drawing/2014/main" id="{0AEA78C5-0C97-DAA7-EBAB-375B9B3AAE8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977" y="868374"/>
                        <a:ext cx="90614" cy="327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4" name="Line 91">
                        <a:extLst>
                          <a:ext uri="{FF2B5EF4-FFF2-40B4-BE49-F238E27FC236}">
                            <a16:creationId xmlns:a16="http://schemas.microsoft.com/office/drawing/2014/main" id="{E250E1A2-0A5E-A60E-1261-CB20317E4D0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4560" y="815122"/>
                        <a:ext cx="97863" cy="159757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5" name="Line 92">
                        <a:extLst>
                          <a:ext uri="{FF2B5EF4-FFF2-40B4-BE49-F238E27FC236}">
                            <a16:creationId xmlns:a16="http://schemas.microsoft.com/office/drawing/2014/main" id="{F1CF8B3E-6CF5-2BE1-2806-BFAB10BBBED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8184" y="935281"/>
                        <a:ext cx="86989" cy="5871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6" name="Oval 93">
                        <a:extLst>
                          <a:ext uri="{FF2B5EF4-FFF2-40B4-BE49-F238E27FC236}">
                            <a16:creationId xmlns:a16="http://schemas.microsoft.com/office/drawing/2014/main" id="{921FE789-5A57-BCD1-9756-BDC419BAD5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7" name="Oval 94">
                        <a:extLst>
                          <a:ext uri="{FF2B5EF4-FFF2-40B4-BE49-F238E27FC236}">
                            <a16:creationId xmlns:a16="http://schemas.microsoft.com/office/drawing/2014/main" id="{45D577BD-2EF1-3BFA-C9E6-A938F3523B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940743"/>
                        <a:ext cx="90614" cy="101043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8" name="Oval 95">
                        <a:extLst>
                          <a:ext uri="{FF2B5EF4-FFF2-40B4-BE49-F238E27FC236}">
                            <a16:creationId xmlns:a16="http://schemas.microsoft.com/office/drawing/2014/main" id="{899FCBA8-98CD-E062-13A0-D28C739A09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699" name="Oval 96">
                        <a:extLst>
                          <a:ext uri="{FF2B5EF4-FFF2-40B4-BE49-F238E27FC236}">
                            <a16:creationId xmlns:a16="http://schemas.microsoft.com/office/drawing/2014/main" id="{60F66206-6DE5-AED4-D89E-32177739FA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802833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0" name="Oval 97">
                        <a:extLst>
                          <a:ext uri="{FF2B5EF4-FFF2-40B4-BE49-F238E27FC236}">
                            <a16:creationId xmlns:a16="http://schemas.microsoft.com/office/drawing/2014/main" id="{05BA7A65-EB34-46EA-32AC-CB9E1A9D783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1" name="Freeform 98">
                        <a:extLst>
                          <a:ext uri="{FF2B5EF4-FFF2-40B4-BE49-F238E27FC236}">
                            <a16:creationId xmlns:a16="http://schemas.microsoft.com/office/drawing/2014/main" id="{FAB5DD39-44EC-C73D-CE9F-2388D709A9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63985" y="666288"/>
                        <a:ext cx="90614" cy="102408"/>
                      </a:xfrm>
                      <a:custGeom>
                        <a:avLst/>
                        <a:gdLst>
                          <a:gd name="T0" fmla="*/ 0 w 75"/>
                          <a:gd name="T1" fmla="*/ 37 h 75"/>
                          <a:gd name="T2" fmla="*/ 37 w 75"/>
                          <a:gd name="T3" fmla="*/ 75 h 75"/>
                          <a:gd name="T4" fmla="*/ 75 w 75"/>
                          <a:gd name="T5" fmla="*/ 37 h 75"/>
                          <a:gd name="T6" fmla="*/ 37 w 75"/>
                          <a:gd name="T7" fmla="*/ 0 h 75"/>
                          <a:gd name="T8" fmla="*/ 0 w 75"/>
                          <a:gd name="T9" fmla="*/ 37 h 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75">
                            <a:moveTo>
                              <a:pt x="0" y="37"/>
                            </a:moveTo>
                            <a:cubicBezTo>
                              <a:pt x="0" y="59"/>
                              <a:pt x="16" y="75"/>
                              <a:pt x="37" y="75"/>
                            </a:cubicBezTo>
                            <a:cubicBezTo>
                              <a:pt x="58" y="75"/>
                              <a:pt x="75" y="59"/>
                              <a:pt x="75" y="37"/>
                            </a:cubicBezTo>
                            <a:cubicBezTo>
                              <a:pt x="75" y="17"/>
                              <a:pt x="58" y="0"/>
                              <a:pt x="37" y="0"/>
                            </a:cubicBezTo>
                            <a:cubicBezTo>
                              <a:pt x="16" y="0"/>
                              <a:pt x="0" y="17"/>
                              <a:pt x="0" y="37"/>
                            </a:cubicBezTo>
                          </a:path>
                        </a:pathLst>
                      </a:cu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2" name="Line 99">
                        <a:extLst>
                          <a:ext uri="{FF2B5EF4-FFF2-40B4-BE49-F238E27FC236}">
                            <a16:creationId xmlns:a16="http://schemas.microsoft.com/office/drawing/2014/main" id="{1EDA873F-FAF9-893D-91A0-92F2BEA75CE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4580" y="943474"/>
                        <a:ext cx="89406" cy="4505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3" name="Line 100">
                        <a:extLst>
                          <a:ext uri="{FF2B5EF4-FFF2-40B4-BE49-F238E27FC236}">
                            <a16:creationId xmlns:a16="http://schemas.microsoft.com/office/drawing/2014/main" id="{26A7C7E1-67E2-00B6-EE2D-D464881948B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3706" y="827411"/>
                        <a:ext cx="105112" cy="13927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4" name="Line 101">
                        <a:extLst>
                          <a:ext uri="{FF2B5EF4-FFF2-40B4-BE49-F238E27FC236}">
                            <a16:creationId xmlns:a16="http://schemas.microsoft.com/office/drawing/2014/main" id="{F09C6AAC-178D-48A1-6D0E-BBF639F4616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6996" y="875201"/>
                        <a:ext cx="90614" cy="43694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5" name="Line 102">
                        <a:extLst>
                          <a:ext uri="{FF2B5EF4-FFF2-40B4-BE49-F238E27FC236}">
                            <a16:creationId xmlns:a16="http://schemas.microsoft.com/office/drawing/2014/main" id="{DD922333-2CE6-7985-0AE5-226F71CCD7B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73372" y="811025"/>
                        <a:ext cx="91822" cy="3140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6" name="Line 103">
                        <a:extLst>
                          <a:ext uri="{FF2B5EF4-FFF2-40B4-BE49-F238E27FC236}">
                            <a16:creationId xmlns:a16="http://schemas.microsoft.com/office/drawing/2014/main" id="{1C07BD56-7481-F42C-0AAB-3F6F2AB2ED3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68539" y="738657"/>
                        <a:ext cx="99071" cy="15839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7" name="Line 104">
                        <a:extLst>
                          <a:ext uri="{FF2B5EF4-FFF2-40B4-BE49-F238E27FC236}">
                            <a16:creationId xmlns:a16="http://schemas.microsoft.com/office/drawing/2014/main" id="{06615358-7267-160A-83D9-3391A7F6417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719541"/>
                        <a:ext cx="88197" cy="5734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8" name="Oval 105">
                        <a:extLst>
                          <a:ext uri="{FF2B5EF4-FFF2-40B4-BE49-F238E27FC236}">
                            <a16:creationId xmlns:a16="http://schemas.microsoft.com/office/drawing/2014/main" id="{2579D6B7-EC3E-046D-CB89-F81733E3812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09" name="Oval 106">
                        <a:extLst>
                          <a:ext uri="{FF2B5EF4-FFF2-40B4-BE49-F238E27FC236}">
                            <a16:creationId xmlns:a16="http://schemas.microsoft.com/office/drawing/2014/main" id="{BDBA50FE-47E4-7C53-85E6-181735F442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757" y="591189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0" name="Oval 107">
                        <a:extLst>
                          <a:ext uri="{FF2B5EF4-FFF2-40B4-BE49-F238E27FC236}">
                            <a16:creationId xmlns:a16="http://schemas.microsoft.com/office/drawing/2014/main" id="{13DB831E-D3C8-9284-E4CE-F340C64399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solidFill>
                        <a:srgbClr val="3475CD"/>
                      </a:solidFill>
                      <a:ln w="0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1" name="Oval 108">
                        <a:extLst>
                          <a:ext uri="{FF2B5EF4-FFF2-40B4-BE49-F238E27FC236}">
                            <a16:creationId xmlns:a16="http://schemas.microsoft.com/office/drawing/2014/main" id="{350F318A-37B5-9C64-056B-AC2A04597E9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5174" y="1010380"/>
                        <a:ext cx="90614" cy="102408"/>
                      </a:xfrm>
                      <a:prstGeom prst="ellips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2" name="Line 109">
                        <a:extLst>
                          <a:ext uri="{FF2B5EF4-FFF2-40B4-BE49-F238E27FC236}">
                            <a16:creationId xmlns:a16="http://schemas.microsoft.com/office/drawing/2014/main" id="{D15F56FB-C9E6-F5F8-C545-ADEF922C9A0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5768" y="1010380"/>
                        <a:ext cx="89406" cy="46425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3" name="Line 110">
                        <a:extLst>
                          <a:ext uri="{FF2B5EF4-FFF2-40B4-BE49-F238E27FC236}">
                            <a16:creationId xmlns:a16="http://schemas.microsoft.com/office/drawing/2014/main" id="{47F7F027-9AA1-E7B0-E870-AAE58B9213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7311" y="888856"/>
                        <a:ext cx="102695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4" name="Line 111">
                        <a:extLst>
                          <a:ext uri="{FF2B5EF4-FFF2-40B4-BE49-F238E27FC236}">
                            <a16:creationId xmlns:a16="http://schemas.microsoft.com/office/drawing/2014/main" id="{EC6092EE-7300-A257-15B6-423AF6EC4A4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3686" y="756407"/>
                        <a:ext cx="122026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5" name="Line 112">
                        <a:extLst>
                          <a:ext uri="{FF2B5EF4-FFF2-40B4-BE49-F238E27FC236}">
                            <a16:creationId xmlns:a16="http://schemas.microsoft.com/office/drawing/2014/main" id="{F4E6A756-1E38-7900-4B1D-A41BB0EEE8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90935" y="659461"/>
                        <a:ext cx="94238" cy="3413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6" name="Line 113">
                        <a:extLst>
                          <a:ext uri="{FF2B5EF4-FFF2-40B4-BE49-F238E27FC236}">
                            <a16:creationId xmlns:a16="http://schemas.microsoft.com/office/drawing/2014/main" id="{1F002D6B-EBAD-9A89-CDCE-74E6D1987A1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3686" y="671750"/>
                        <a:ext cx="106320" cy="14883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7" name="Line 114">
                        <a:extLst>
                          <a:ext uri="{FF2B5EF4-FFF2-40B4-BE49-F238E27FC236}">
                            <a16:creationId xmlns:a16="http://schemas.microsoft.com/office/drawing/2014/main" id="{278F77A5-BB61-50BF-FD4E-6D51516815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84895" y="685404"/>
                        <a:ext cx="118402" cy="271723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8" name="Line 115">
                        <a:extLst>
                          <a:ext uri="{FF2B5EF4-FFF2-40B4-BE49-F238E27FC236}">
                            <a16:creationId xmlns:a16="http://schemas.microsoft.com/office/drawing/2014/main" id="{5903F42C-5712-F653-31C3-6B560A084CC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5788" y="1013111"/>
                        <a:ext cx="91822" cy="49156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19" name="Line 116">
                        <a:extLst>
                          <a:ext uri="{FF2B5EF4-FFF2-40B4-BE49-F238E27FC236}">
                            <a16:creationId xmlns:a16="http://schemas.microsoft.com/office/drawing/2014/main" id="{11EE7126-369C-2DA7-EE7D-4013ABD348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70955" y="891587"/>
                        <a:ext cx="106320" cy="14337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0" name="Line 117">
                        <a:extLst>
                          <a:ext uri="{FF2B5EF4-FFF2-40B4-BE49-F238E27FC236}">
                            <a16:creationId xmlns:a16="http://schemas.microsoft.com/office/drawing/2014/main" id="{F1A8A56C-F4E7-9BB9-5847-28842E1F632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057665" y="759138"/>
                        <a:ext cx="123235" cy="26079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1" name="Line 118">
                        <a:extLst>
                          <a:ext uri="{FF2B5EF4-FFF2-40B4-BE49-F238E27FC236}">
                            <a16:creationId xmlns:a16="http://schemas.microsoft.com/office/drawing/2014/main" id="{0AEB4423-FE2B-0F2E-C246-BC0909F7EF6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8539" y="663557"/>
                        <a:ext cx="97863" cy="35502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2" name="Line 119">
                        <a:extLst>
                          <a:ext uri="{FF2B5EF4-FFF2-40B4-BE49-F238E27FC236}">
                            <a16:creationId xmlns:a16="http://schemas.microsoft.com/office/drawing/2014/main" id="{0E85FCD9-4712-C69F-909E-6F408B4FE92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60081" y="677212"/>
                        <a:ext cx="119610" cy="137909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723" name="Line 120">
                        <a:extLst>
                          <a:ext uri="{FF2B5EF4-FFF2-40B4-BE49-F238E27FC236}">
                            <a16:creationId xmlns:a16="http://schemas.microsoft.com/office/drawing/2014/main" id="{E194E9AE-3E8D-918D-C340-EF6F37289B3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050416" y="686770"/>
                        <a:ext cx="128068" cy="266261"/>
                      </a:xfrm>
                      <a:prstGeom prst="line">
                        <a:avLst/>
                      </a:prstGeom>
                      <a:noFill/>
                      <a:ln w="11113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cxnSp>
                <p:nvCxnSpPr>
                  <p:cNvPr id="674" name="직선 화살표 연결선 673">
                    <a:extLst>
                      <a:ext uri="{FF2B5EF4-FFF2-40B4-BE49-F238E27FC236}">
                        <a16:creationId xmlns:a16="http://schemas.microsoft.com/office/drawing/2014/main" id="{4790CAB6-A86F-C437-8B47-2C81ECB090E2}"/>
                      </a:ext>
                    </a:extLst>
                  </p:cNvPr>
                  <p:cNvCxnSpPr>
                    <a:stCxn id="677" idx="2"/>
                  </p:cNvCxnSpPr>
                  <p:nvPr/>
                </p:nvCxnSpPr>
                <p:spPr>
                  <a:xfrm flipH="1">
                    <a:off x="30967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직선 화살표 연결선 674">
                    <a:extLst>
                      <a:ext uri="{FF2B5EF4-FFF2-40B4-BE49-F238E27FC236}">
                        <a16:creationId xmlns:a16="http://schemas.microsoft.com/office/drawing/2014/main" id="{F4C2461B-2A44-B7ED-50F4-A458A96671F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474460" y="2541011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4472C4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직선 화살표 연결선 675">
                    <a:extLst>
                      <a:ext uri="{FF2B5EF4-FFF2-40B4-BE49-F238E27FC236}">
                        <a16:creationId xmlns:a16="http://schemas.microsoft.com/office/drawing/2014/main" id="{5C044CC9-9A03-2718-BB0C-14B247E4439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717019" y="2550992"/>
                    <a:ext cx="1" cy="1703500"/>
                  </a:xfrm>
                  <a:prstGeom prst="straightConnector1">
                    <a:avLst/>
                  </a:prstGeom>
                  <a:ln w="38100">
                    <a:solidFill>
                      <a:srgbClr val="C00000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2" name="그룹 661">
                  <a:extLst>
                    <a:ext uri="{FF2B5EF4-FFF2-40B4-BE49-F238E27FC236}">
                      <a16:creationId xmlns:a16="http://schemas.microsoft.com/office/drawing/2014/main" id="{8EE66BBB-E936-5097-B083-522193A32005}"/>
                    </a:ext>
                  </a:extLst>
                </p:cNvPr>
                <p:cNvGrpSpPr/>
                <p:nvPr/>
              </p:nvGrpSpPr>
              <p:grpSpPr>
                <a:xfrm>
                  <a:off x="2239844" y="2836613"/>
                  <a:ext cx="469232" cy="469232"/>
                  <a:chOff x="6738481" y="59625"/>
                  <a:chExt cx="1106424" cy="1106424"/>
                </a:xfrm>
              </p:grpSpPr>
              <p:sp>
                <p:nvSpPr>
                  <p:cNvPr id="671" name="타원 670">
                    <a:extLst>
                      <a:ext uri="{FF2B5EF4-FFF2-40B4-BE49-F238E27FC236}">
                        <a16:creationId xmlns:a16="http://schemas.microsoft.com/office/drawing/2014/main" id="{1E769A4C-D9FA-5417-A78F-63ED033F7107}"/>
                      </a:ext>
                    </a:extLst>
                  </p:cNvPr>
                  <p:cNvSpPr/>
                  <p:nvPr/>
                </p:nvSpPr>
                <p:spPr>
                  <a:xfrm>
                    <a:off x="6738481" y="59625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72" name="그래픽 671" descr="실행 단색으로 채워진">
                    <a:extLst>
                      <a:ext uri="{FF2B5EF4-FFF2-40B4-BE49-F238E27FC236}">
                        <a16:creationId xmlns:a16="http://schemas.microsoft.com/office/drawing/2014/main" id="{3144FC8D-E7BB-4F88-D3DF-65EA93BBEA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6474" y="132132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63" name="그룹 662">
                  <a:extLst>
                    <a:ext uri="{FF2B5EF4-FFF2-40B4-BE49-F238E27FC236}">
                      <a16:creationId xmlns:a16="http://schemas.microsoft.com/office/drawing/2014/main" id="{BE1D31ED-F711-F49D-ADDA-08C4F025E561}"/>
                    </a:ext>
                  </a:extLst>
                </p:cNvPr>
                <p:cNvGrpSpPr/>
                <p:nvPr/>
              </p:nvGrpSpPr>
              <p:grpSpPr>
                <a:xfrm>
                  <a:off x="2837000" y="3452716"/>
                  <a:ext cx="516155" cy="516155"/>
                  <a:chOff x="9785926" y="117029"/>
                  <a:chExt cx="1106424" cy="1106424"/>
                </a:xfrm>
              </p:grpSpPr>
              <p:sp>
                <p:nvSpPr>
                  <p:cNvPr id="669" name="타원 668">
                    <a:extLst>
                      <a:ext uri="{FF2B5EF4-FFF2-40B4-BE49-F238E27FC236}">
                        <a16:creationId xmlns:a16="http://schemas.microsoft.com/office/drawing/2014/main" id="{D5C6713C-6F7E-B263-01D7-EF7CC8E81FC3}"/>
                      </a:ext>
                    </a:extLst>
                  </p:cNvPr>
                  <p:cNvSpPr/>
                  <p:nvPr/>
                </p:nvSpPr>
                <p:spPr>
                  <a:xfrm>
                    <a:off x="9785926" y="117029"/>
                    <a:ext cx="1106424" cy="110642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670" name="그래픽 669" descr="톱니바퀴 단색으로 채워진">
                    <a:extLst>
                      <a:ext uri="{FF2B5EF4-FFF2-40B4-BE49-F238E27FC236}">
                        <a16:creationId xmlns:a16="http://schemas.microsoft.com/office/drawing/2014/main" id="{FE5748EA-D4F1-DE6A-8A3B-230B95B386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44165" y="176074"/>
                    <a:ext cx="1005840" cy="10058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64" name="타원 663">
                  <a:extLst>
                    <a:ext uri="{FF2B5EF4-FFF2-40B4-BE49-F238E27FC236}">
                      <a16:creationId xmlns:a16="http://schemas.microsoft.com/office/drawing/2014/main" id="{FC172FA9-E8C8-937C-8D6E-6736D762FBDD}"/>
                    </a:ext>
                  </a:extLst>
                </p:cNvPr>
                <p:cNvSpPr/>
                <p:nvPr/>
              </p:nvSpPr>
              <p:spPr>
                <a:xfrm>
                  <a:off x="3457258" y="3452716"/>
                  <a:ext cx="516155" cy="516155"/>
                </a:xfrm>
                <a:prstGeom prst="ellipse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665" name="그룹 664">
                  <a:extLst>
                    <a:ext uri="{FF2B5EF4-FFF2-40B4-BE49-F238E27FC236}">
                      <a16:creationId xmlns:a16="http://schemas.microsoft.com/office/drawing/2014/main" id="{99A4B0F3-6B1A-AF8D-405B-575292020881}"/>
                    </a:ext>
                  </a:extLst>
                </p:cNvPr>
                <p:cNvGrpSpPr/>
                <p:nvPr/>
              </p:nvGrpSpPr>
              <p:grpSpPr>
                <a:xfrm>
                  <a:off x="3557504" y="3548894"/>
                  <a:ext cx="319123" cy="319123"/>
                  <a:chOff x="8786105" y="3011933"/>
                  <a:chExt cx="827723" cy="827723"/>
                </a:xfrm>
              </p:grpSpPr>
              <p:sp>
                <p:nvSpPr>
                  <p:cNvPr id="666" name="자유형: 도형 665">
                    <a:extLst>
                      <a:ext uri="{FF2B5EF4-FFF2-40B4-BE49-F238E27FC236}">
                        <a16:creationId xmlns:a16="http://schemas.microsoft.com/office/drawing/2014/main" id="{325970C8-89D3-916A-196F-A076465A93A1}"/>
                      </a:ext>
                    </a:extLst>
                  </p:cNvPr>
                  <p:cNvSpPr/>
                  <p:nvPr/>
                </p:nvSpPr>
                <p:spPr>
                  <a:xfrm>
                    <a:off x="9078428" y="3011933"/>
                    <a:ext cx="535400" cy="534352"/>
                  </a:xfrm>
                  <a:custGeom>
                    <a:avLst/>
                    <a:gdLst>
                      <a:gd name="connsiteX0" fmla="*/ 441103 w 535400"/>
                      <a:gd name="connsiteY0" fmla="*/ 94298 h 534352"/>
                      <a:gd name="connsiteX1" fmla="*/ 430625 w 535400"/>
                      <a:gd name="connsiteY1" fmla="*/ 0 h 534352"/>
                      <a:gd name="connsiteX2" fmla="*/ 315373 w 535400"/>
                      <a:gd name="connsiteY2" fmla="*/ 115253 h 534352"/>
                      <a:gd name="connsiteX3" fmla="*/ 321659 w 535400"/>
                      <a:gd name="connsiteY3" fmla="*/ 169736 h 534352"/>
                      <a:gd name="connsiteX4" fmla="*/ 154019 w 535400"/>
                      <a:gd name="connsiteY4" fmla="*/ 337376 h 534352"/>
                      <a:gd name="connsiteX5" fmla="*/ 104775 w 535400"/>
                      <a:gd name="connsiteY5" fmla="*/ 324803 h 534352"/>
                      <a:gd name="connsiteX6" fmla="*/ 0 w 535400"/>
                      <a:gd name="connsiteY6" fmla="*/ 429578 h 534352"/>
                      <a:gd name="connsiteX7" fmla="*/ 104775 w 535400"/>
                      <a:gd name="connsiteY7" fmla="*/ 534353 h 534352"/>
                      <a:gd name="connsiteX8" fmla="*/ 209550 w 535400"/>
                      <a:gd name="connsiteY8" fmla="*/ 429578 h 534352"/>
                      <a:gd name="connsiteX9" fmla="*/ 198025 w 535400"/>
                      <a:gd name="connsiteY9" fmla="*/ 381381 h 534352"/>
                      <a:gd name="connsiteX10" fmla="*/ 365665 w 535400"/>
                      <a:gd name="connsiteY10" fmla="*/ 213741 h 534352"/>
                      <a:gd name="connsiteX11" fmla="*/ 420148 w 535400"/>
                      <a:gd name="connsiteY11" fmla="*/ 220028 h 534352"/>
                      <a:gd name="connsiteX12" fmla="*/ 535400 w 535400"/>
                      <a:gd name="connsiteY12" fmla="*/ 104775 h 534352"/>
                      <a:gd name="connsiteX13" fmla="*/ 441103 w 535400"/>
                      <a:gd name="connsiteY13" fmla="*/ 94298 h 534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400" h="534352">
                        <a:moveTo>
                          <a:pt x="441103" y="94298"/>
                        </a:moveTo>
                        <a:lnTo>
                          <a:pt x="430625" y="0"/>
                        </a:lnTo>
                        <a:lnTo>
                          <a:pt x="315373" y="115253"/>
                        </a:lnTo>
                        <a:lnTo>
                          <a:pt x="321659" y="169736"/>
                        </a:lnTo>
                        <a:lnTo>
                          <a:pt x="154019" y="337376"/>
                        </a:lnTo>
                        <a:cubicBezTo>
                          <a:pt x="139351" y="330041"/>
                          <a:pt x="122587" y="324803"/>
                          <a:pt x="104775" y="324803"/>
                        </a:cubicBezTo>
                        <a:cubicBezTo>
                          <a:pt x="47149" y="324803"/>
                          <a:pt x="0" y="371951"/>
                          <a:pt x="0" y="429578"/>
                        </a:cubicBezTo>
                        <a:cubicBezTo>
                          <a:pt x="0" y="487204"/>
                          <a:pt x="47149" y="534353"/>
                          <a:pt x="104775" y="534353"/>
                        </a:cubicBezTo>
                        <a:cubicBezTo>
                          <a:pt x="162401" y="534353"/>
                          <a:pt x="209550" y="487204"/>
                          <a:pt x="209550" y="429578"/>
                        </a:cubicBezTo>
                        <a:cubicBezTo>
                          <a:pt x="209550" y="411766"/>
                          <a:pt x="205359" y="396050"/>
                          <a:pt x="198025" y="381381"/>
                        </a:cubicBezTo>
                        <a:lnTo>
                          <a:pt x="365665" y="213741"/>
                        </a:lnTo>
                        <a:lnTo>
                          <a:pt x="420148" y="220028"/>
                        </a:lnTo>
                        <a:lnTo>
                          <a:pt x="535400" y="104775"/>
                        </a:lnTo>
                        <a:lnTo>
                          <a:pt x="441103" y="9429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67" name="자유형: 도형 666">
                    <a:extLst>
                      <a:ext uri="{FF2B5EF4-FFF2-40B4-BE49-F238E27FC236}">
                        <a16:creationId xmlns:a16="http://schemas.microsoft.com/office/drawing/2014/main" id="{D63C3A8F-0785-2DDE-A65D-75C93D7BF550}"/>
                      </a:ext>
                    </a:extLst>
                  </p:cNvPr>
                  <p:cNvSpPr/>
                  <p:nvPr/>
                </p:nvSpPr>
                <p:spPr>
                  <a:xfrm>
                    <a:off x="8786105" y="3043366"/>
                    <a:ext cx="796290" cy="796290"/>
                  </a:xfrm>
                  <a:custGeom>
                    <a:avLst/>
                    <a:gdLst>
                      <a:gd name="connsiteX0" fmla="*/ 741807 w 796290"/>
                      <a:gd name="connsiteY0" fmla="*/ 217932 h 796290"/>
                      <a:gd name="connsiteX1" fmla="*/ 728186 w 796290"/>
                      <a:gd name="connsiteY1" fmla="*/ 232601 h 796290"/>
                      <a:gd name="connsiteX2" fmla="*/ 708279 w 796290"/>
                      <a:gd name="connsiteY2" fmla="*/ 230505 h 796290"/>
                      <a:gd name="connsiteX3" fmla="*/ 686276 w 796290"/>
                      <a:gd name="connsiteY3" fmla="*/ 227362 h 796290"/>
                      <a:gd name="connsiteX4" fmla="*/ 733425 w 796290"/>
                      <a:gd name="connsiteY4" fmla="*/ 398145 h 796290"/>
                      <a:gd name="connsiteX5" fmla="*/ 398145 w 796290"/>
                      <a:gd name="connsiteY5" fmla="*/ 733425 h 796290"/>
                      <a:gd name="connsiteX6" fmla="*/ 62865 w 796290"/>
                      <a:gd name="connsiteY6" fmla="*/ 398145 h 796290"/>
                      <a:gd name="connsiteX7" fmla="*/ 398145 w 796290"/>
                      <a:gd name="connsiteY7" fmla="*/ 62865 h 796290"/>
                      <a:gd name="connsiteX8" fmla="*/ 568928 w 796290"/>
                      <a:gd name="connsiteY8" fmla="*/ 110014 h 796290"/>
                      <a:gd name="connsiteX9" fmla="*/ 566833 w 796290"/>
                      <a:gd name="connsiteY9" fmla="*/ 89059 h 796290"/>
                      <a:gd name="connsiteX10" fmla="*/ 563690 w 796290"/>
                      <a:gd name="connsiteY10" fmla="*/ 68104 h 796290"/>
                      <a:gd name="connsiteX11" fmla="*/ 578358 w 796290"/>
                      <a:gd name="connsiteY11" fmla="*/ 53435 h 796290"/>
                      <a:gd name="connsiteX12" fmla="*/ 585692 w 796290"/>
                      <a:gd name="connsiteY12" fmla="*/ 46101 h 796290"/>
                      <a:gd name="connsiteX13" fmla="*/ 398145 w 796290"/>
                      <a:gd name="connsiteY13" fmla="*/ 0 h 796290"/>
                      <a:gd name="connsiteX14" fmla="*/ 0 w 796290"/>
                      <a:gd name="connsiteY14" fmla="*/ 398145 h 796290"/>
                      <a:gd name="connsiteX15" fmla="*/ 398145 w 796290"/>
                      <a:gd name="connsiteY15" fmla="*/ 796290 h 796290"/>
                      <a:gd name="connsiteX16" fmla="*/ 796290 w 796290"/>
                      <a:gd name="connsiteY16" fmla="*/ 398145 h 796290"/>
                      <a:gd name="connsiteX17" fmla="*/ 749141 w 796290"/>
                      <a:gd name="connsiteY17" fmla="*/ 211646 h 796290"/>
                      <a:gd name="connsiteX18" fmla="*/ 741807 w 796290"/>
                      <a:gd name="connsiteY18" fmla="*/ 217932 h 796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796290" h="796290">
                        <a:moveTo>
                          <a:pt x="741807" y="217932"/>
                        </a:moveTo>
                        <a:lnTo>
                          <a:pt x="728186" y="232601"/>
                        </a:lnTo>
                        <a:lnTo>
                          <a:pt x="708279" y="230505"/>
                        </a:lnTo>
                        <a:lnTo>
                          <a:pt x="686276" y="227362"/>
                        </a:lnTo>
                        <a:cubicBezTo>
                          <a:pt x="715613" y="277654"/>
                          <a:pt x="733425" y="335280"/>
                          <a:pt x="733425" y="398145"/>
                        </a:cubicBezTo>
                        <a:cubicBezTo>
                          <a:pt x="733425" y="582549"/>
                          <a:pt x="582549" y="733425"/>
                          <a:pt x="398145" y="733425"/>
                        </a:cubicBezTo>
                        <a:cubicBezTo>
                          <a:pt x="213741" y="733425"/>
                          <a:pt x="62865" y="582549"/>
                          <a:pt x="62865" y="398145"/>
                        </a:cubicBezTo>
                        <a:cubicBezTo>
                          <a:pt x="62865" y="213741"/>
                          <a:pt x="213741" y="62865"/>
                          <a:pt x="398145" y="62865"/>
                        </a:cubicBezTo>
                        <a:cubicBezTo>
                          <a:pt x="459962" y="62865"/>
                          <a:pt x="518636" y="79629"/>
                          <a:pt x="568928" y="110014"/>
                        </a:cubicBezTo>
                        <a:lnTo>
                          <a:pt x="566833" y="89059"/>
                        </a:lnTo>
                        <a:lnTo>
                          <a:pt x="563690" y="68104"/>
                        </a:lnTo>
                        <a:lnTo>
                          <a:pt x="578358" y="53435"/>
                        </a:lnTo>
                        <a:lnTo>
                          <a:pt x="585692" y="46101"/>
                        </a:lnTo>
                        <a:cubicBezTo>
                          <a:pt x="529114" y="16764"/>
                          <a:pt x="466249" y="0"/>
                          <a:pt x="398145" y="0"/>
                        </a:cubicBezTo>
                        <a:cubicBezTo>
                          <a:pt x="178118" y="0"/>
                          <a:pt x="0" y="178118"/>
                          <a:pt x="0" y="398145"/>
                        </a:cubicBezTo>
                        <a:cubicBezTo>
                          <a:pt x="0" y="618173"/>
                          <a:pt x="178118" y="796290"/>
                          <a:pt x="398145" y="796290"/>
                        </a:cubicBezTo>
                        <a:cubicBezTo>
                          <a:pt x="618173" y="796290"/>
                          <a:pt x="796290" y="618173"/>
                          <a:pt x="796290" y="398145"/>
                        </a:cubicBezTo>
                        <a:cubicBezTo>
                          <a:pt x="796290" y="330041"/>
                          <a:pt x="779526" y="267176"/>
                          <a:pt x="749141" y="211646"/>
                        </a:cubicBezTo>
                        <a:lnTo>
                          <a:pt x="741807" y="21793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68" name="자유형: 도형 667">
                    <a:extLst>
                      <a:ext uri="{FF2B5EF4-FFF2-40B4-BE49-F238E27FC236}">
                        <a16:creationId xmlns:a16="http://schemas.microsoft.com/office/drawing/2014/main" id="{D1E4B4D2-3AD5-001F-7AA9-7298F8CCFBFB}"/>
                      </a:ext>
                    </a:extLst>
                  </p:cNvPr>
                  <p:cNvSpPr/>
                  <p:nvPr/>
                </p:nvSpPr>
                <p:spPr>
                  <a:xfrm>
                    <a:off x="8932790" y="3190051"/>
                    <a:ext cx="502920" cy="502920"/>
                  </a:xfrm>
                  <a:custGeom>
                    <a:avLst/>
                    <a:gdLst>
                      <a:gd name="connsiteX0" fmla="*/ 426434 w 502920"/>
                      <a:gd name="connsiteY0" fmla="*/ 180213 h 502920"/>
                      <a:gd name="connsiteX1" fmla="*/ 440055 w 502920"/>
                      <a:gd name="connsiteY1" fmla="*/ 251460 h 502920"/>
                      <a:gd name="connsiteX2" fmla="*/ 251460 w 502920"/>
                      <a:gd name="connsiteY2" fmla="*/ 440055 h 502920"/>
                      <a:gd name="connsiteX3" fmla="*/ 62865 w 502920"/>
                      <a:gd name="connsiteY3" fmla="*/ 251460 h 502920"/>
                      <a:gd name="connsiteX4" fmla="*/ 251460 w 502920"/>
                      <a:gd name="connsiteY4" fmla="*/ 62865 h 502920"/>
                      <a:gd name="connsiteX5" fmla="*/ 322707 w 502920"/>
                      <a:gd name="connsiteY5" fmla="*/ 76486 h 502920"/>
                      <a:gd name="connsiteX6" fmla="*/ 369856 w 502920"/>
                      <a:gd name="connsiteY6" fmla="*/ 29337 h 502920"/>
                      <a:gd name="connsiteX7" fmla="*/ 251460 w 502920"/>
                      <a:gd name="connsiteY7" fmla="*/ 0 h 502920"/>
                      <a:gd name="connsiteX8" fmla="*/ 0 w 502920"/>
                      <a:gd name="connsiteY8" fmla="*/ 251460 h 502920"/>
                      <a:gd name="connsiteX9" fmla="*/ 251460 w 502920"/>
                      <a:gd name="connsiteY9" fmla="*/ 502920 h 502920"/>
                      <a:gd name="connsiteX10" fmla="*/ 502920 w 502920"/>
                      <a:gd name="connsiteY10" fmla="*/ 251460 h 502920"/>
                      <a:gd name="connsiteX11" fmla="*/ 473583 w 502920"/>
                      <a:gd name="connsiteY11" fmla="*/ 133064 h 502920"/>
                      <a:gd name="connsiteX12" fmla="*/ 426434 w 502920"/>
                      <a:gd name="connsiteY12" fmla="*/ 180213 h 502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02920" h="502920">
                        <a:moveTo>
                          <a:pt x="426434" y="180213"/>
                        </a:moveTo>
                        <a:cubicBezTo>
                          <a:pt x="435864" y="202216"/>
                          <a:pt x="440055" y="226314"/>
                          <a:pt x="440055" y="251460"/>
                        </a:cubicBezTo>
                        <a:cubicBezTo>
                          <a:pt x="440055" y="355187"/>
                          <a:pt x="355187" y="440055"/>
                          <a:pt x="251460" y="440055"/>
                        </a:cubicBezTo>
                        <a:cubicBezTo>
                          <a:pt x="147733" y="440055"/>
                          <a:pt x="62865" y="355187"/>
                          <a:pt x="62865" y="251460"/>
                        </a:cubicBezTo>
                        <a:cubicBezTo>
                          <a:pt x="62865" y="147733"/>
                          <a:pt x="147733" y="62865"/>
                          <a:pt x="251460" y="62865"/>
                        </a:cubicBezTo>
                        <a:cubicBezTo>
                          <a:pt x="276606" y="62865"/>
                          <a:pt x="300704" y="68104"/>
                          <a:pt x="322707" y="76486"/>
                        </a:cubicBezTo>
                        <a:lnTo>
                          <a:pt x="369856" y="29337"/>
                        </a:lnTo>
                        <a:cubicBezTo>
                          <a:pt x="334232" y="10478"/>
                          <a:pt x="294418" y="0"/>
                          <a:pt x="251460" y="0"/>
                        </a:cubicBezTo>
                        <a:cubicBezTo>
                          <a:pt x="113157" y="0"/>
                          <a:pt x="0" y="113157"/>
                          <a:pt x="0" y="251460"/>
                        </a:cubicBezTo>
                        <a:cubicBezTo>
                          <a:pt x="0" y="389763"/>
                          <a:pt x="113157" y="502920"/>
                          <a:pt x="251460" y="502920"/>
                        </a:cubicBezTo>
                        <a:cubicBezTo>
                          <a:pt x="389763" y="502920"/>
                          <a:pt x="502920" y="389763"/>
                          <a:pt x="502920" y="251460"/>
                        </a:cubicBezTo>
                        <a:cubicBezTo>
                          <a:pt x="502920" y="208502"/>
                          <a:pt x="492443" y="168688"/>
                          <a:pt x="473583" y="133064"/>
                        </a:cubicBezTo>
                        <a:lnTo>
                          <a:pt x="426434" y="18021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04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660" name="TextBox 659">
                <a:extLst>
                  <a:ext uri="{FF2B5EF4-FFF2-40B4-BE49-F238E27FC236}">
                    <a16:creationId xmlns:a16="http://schemas.microsoft.com/office/drawing/2014/main" id="{5021F1B2-2127-A1D3-F6F3-BF75829CEF7D}"/>
                  </a:ext>
                </a:extLst>
              </p:cNvPr>
              <p:cNvSpPr txBox="1"/>
              <p:nvPr/>
            </p:nvSpPr>
            <p:spPr>
              <a:xfrm>
                <a:off x="2570057" y="460031"/>
                <a:ext cx="10567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400" b="1" dirty="0">
                    <a:solidFill>
                      <a:srgbClr val="4472C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Agent</a:t>
                </a:r>
                <a:endParaRPr lang="ko-KR" altLang="en-US" sz="2400" b="1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4" name="TextBox 723">
                  <a:extLst>
                    <a:ext uri="{FF2B5EF4-FFF2-40B4-BE49-F238E27FC236}">
                      <a16:creationId xmlns:a16="http://schemas.microsoft.com/office/drawing/2014/main" id="{A37DB021-B387-D95C-E83C-6CB14864B2C3}"/>
                    </a:ext>
                  </a:extLst>
                </p:cNvPr>
                <p:cNvSpPr txBox="1"/>
                <p:nvPr/>
              </p:nvSpPr>
              <p:spPr>
                <a:xfrm>
                  <a:off x="6619670" y="1185043"/>
                  <a:ext cx="1207382" cy="11079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66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6600" b="1" dirty="0"/>
                </a:p>
              </p:txBody>
            </p:sp>
          </mc:Choice>
          <mc:Fallback xmlns="">
            <p:sp>
              <p:nvSpPr>
                <p:cNvPr id="724" name="TextBox 723">
                  <a:extLst>
                    <a:ext uri="{FF2B5EF4-FFF2-40B4-BE49-F238E27FC236}">
                      <a16:creationId xmlns:a16="http://schemas.microsoft.com/office/drawing/2014/main" id="{A37DB021-B387-D95C-E83C-6CB14864B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670" y="1185043"/>
                  <a:ext cx="1207382" cy="110799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23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그림 407">
            <a:extLst>
              <a:ext uri="{FF2B5EF4-FFF2-40B4-BE49-F238E27FC236}">
                <a16:creationId xmlns:a16="http://schemas.microsoft.com/office/drawing/2014/main" id="{A3912434-95E3-C482-B774-AA3B3DE8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13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42D37B-8798-04AC-66D0-C03BB5CB06D8}"/>
              </a:ext>
            </a:extLst>
          </p:cNvPr>
          <p:cNvGrpSpPr/>
          <p:nvPr/>
        </p:nvGrpSpPr>
        <p:grpSpPr>
          <a:xfrm>
            <a:off x="1111181" y="94347"/>
            <a:ext cx="10033138" cy="6688800"/>
            <a:chOff x="1111181" y="94347"/>
            <a:chExt cx="10033138" cy="668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DB6763E-A11E-197C-6C90-5340D5680919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디자인, 침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ECE6AC-F860-620E-2042-545A2DAED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1306" y="207980"/>
              <a:ext cx="8589386" cy="6442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70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4C6BABA-706F-CE80-FD4C-957BFC41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62878075-56F1-BB64-01A1-172809AE3B05}"/>
              </a:ext>
            </a:extLst>
          </p:cNvPr>
          <p:cNvGrpSpPr/>
          <p:nvPr/>
        </p:nvGrpSpPr>
        <p:grpSpPr>
          <a:xfrm>
            <a:off x="715995" y="94347"/>
            <a:ext cx="10823510" cy="6688800"/>
            <a:chOff x="715995" y="94347"/>
            <a:chExt cx="10823510" cy="6688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4D841F-4838-9605-E011-3B10D553A840}"/>
                </a:ext>
              </a:extLst>
            </p:cNvPr>
            <p:cNvSpPr/>
            <p:nvPr/>
          </p:nvSpPr>
          <p:spPr>
            <a:xfrm>
              <a:off x="1111181" y="94347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72071DFC-0E39-2E9F-4E40-5B9F72F432EC}"/>
                </a:ext>
              </a:extLst>
            </p:cNvPr>
            <p:cNvSpPr/>
            <p:nvPr/>
          </p:nvSpPr>
          <p:spPr>
            <a:xfrm rot="208083" flipH="1">
              <a:off x="6707422" y="1549802"/>
              <a:ext cx="3339978" cy="3939452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332AB624-8068-873C-8CFA-CF3BCA4DA006}"/>
                </a:ext>
              </a:extLst>
            </p:cNvPr>
            <p:cNvSpPr/>
            <p:nvPr/>
          </p:nvSpPr>
          <p:spPr>
            <a:xfrm rot="20992267" flipH="1">
              <a:off x="2019204" y="1839771"/>
              <a:ext cx="3339978" cy="3858586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0E37625-6EC8-F75A-1C4F-1E2D131536F8}"/>
                </a:ext>
              </a:extLst>
            </p:cNvPr>
            <p:cNvGrpSpPr/>
            <p:nvPr/>
          </p:nvGrpSpPr>
          <p:grpSpPr>
            <a:xfrm>
              <a:off x="1567233" y="4934787"/>
              <a:ext cx="9121035" cy="1544324"/>
              <a:chOff x="1567233" y="4934787"/>
              <a:chExt cx="9121035" cy="1544324"/>
            </a:xfrm>
          </p:grpSpPr>
          <p:pic>
            <p:nvPicPr>
              <p:cNvPr id="17" name="그림 16" descr="행성, 지구, 구체, 천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736D2B7-5181-48F7-12C8-463A07FD3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99" t="5558" r="17145" b="55004"/>
              <a:stretch>
                <a:fillRect/>
              </a:stretch>
            </p:blipFill>
            <p:spPr>
              <a:xfrm>
                <a:off x="1567233" y="4934787"/>
                <a:ext cx="9121035" cy="1544324"/>
              </a:xfrm>
              <a:custGeom>
                <a:avLst/>
                <a:gdLst>
                  <a:gd name="connsiteX0" fmla="*/ 4560517 w 9121035"/>
                  <a:gd name="connsiteY0" fmla="*/ 0 h 1544324"/>
                  <a:gd name="connsiteX1" fmla="*/ 8947494 w 9121035"/>
                  <a:gd name="connsiteY1" fmla="*/ 457931 h 1544324"/>
                  <a:gd name="connsiteX2" fmla="*/ 9121035 w 9121035"/>
                  <a:gd name="connsiteY2" fmla="*/ 514011 h 1544324"/>
                  <a:gd name="connsiteX3" fmla="*/ 9121035 w 9121035"/>
                  <a:gd name="connsiteY3" fmla="*/ 1544324 h 1544324"/>
                  <a:gd name="connsiteX4" fmla="*/ 0 w 9121035"/>
                  <a:gd name="connsiteY4" fmla="*/ 1544324 h 1544324"/>
                  <a:gd name="connsiteX5" fmla="*/ 0 w 9121035"/>
                  <a:gd name="connsiteY5" fmla="*/ 514011 h 1544324"/>
                  <a:gd name="connsiteX6" fmla="*/ 173540 w 9121035"/>
                  <a:gd name="connsiteY6" fmla="*/ 457931 h 1544324"/>
                  <a:gd name="connsiteX7" fmla="*/ 4560517 w 9121035"/>
                  <a:gd name="connsiteY7" fmla="*/ 0 h 1544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21035" h="1544324">
                    <a:moveTo>
                      <a:pt x="4560517" y="0"/>
                    </a:moveTo>
                    <a:cubicBezTo>
                      <a:pt x="6386686" y="0"/>
                      <a:pt x="7996751" y="181648"/>
                      <a:pt x="8947494" y="457931"/>
                    </a:cubicBezTo>
                    <a:lnTo>
                      <a:pt x="9121035" y="514011"/>
                    </a:lnTo>
                    <a:lnTo>
                      <a:pt x="9121035" y="1544324"/>
                    </a:lnTo>
                    <a:lnTo>
                      <a:pt x="0" y="1544324"/>
                    </a:lnTo>
                    <a:lnTo>
                      <a:pt x="0" y="514011"/>
                    </a:lnTo>
                    <a:lnTo>
                      <a:pt x="173540" y="457931"/>
                    </a:lnTo>
                    <a:cubicBezTo>
                      <a:pt x="1124284" y="181648"/>
                      <a:pt x="2734350" y="0"/>
                      <a:pt x="4560517" y="0"/>
                    </a:cubicBezTo>
                    <a:close/>
                  </a:path>
                </a:pathLst>
              </a:custGeom>
            </p:spPr>
          </p:pic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5F4988AF-6F44-5FE1-CDC6-29B5E632DEBA}"/>
                  </a:ext>
                </a:extLst>
              </p:cNvPr>
              <p:cNvSpPr/>
              <p:nvPr/>
            </p:nvSpPr>
            <p:spPr>
              <a:xfrm>
                <a:off x="1567233" y="4934787"/>
                <a:ext cx="9121035" cy="1544324"/>
              </a:xfrm>
              <a:custGeom>
                <a:avLst/>
                <a:gdLst>
                  <a:gd name="connsiteX0" fmla="*/ 4560517 w 9121035"/>
                  <a:gd name="connsiteY0" fmla="*/ 0 h 1544324"/>
                  <a:gd name="connsiteX1" fmla="*/ 8947494 w 9121035"/>
                  <a:gd name="connsiteY1" fmla="*/ 457931 h 1544324"/>
                  <a:gd name="connsiteX2" fmla="*/ 9121035 w 9121035"/>
                  <a:gd name="connsiteY2" fmla="*/ 514011 h 1544324"/>
                  <a:gd name="connsiteX3" fmla="*/ 9121035 w 9121035"/>
                  <a:gd name="connsiteY3" fmla="*/ 1544324 h 1544324"/>
                  <a:gd name="connsiteX4" fmla="*/ 0 w 9121035"/>
                  <a:gd name="connsiteY4" fmla="*/ 1544324 h 1544324"/>
                  <a:gd name="connsiteX5" fmla="*/ 0 w 9121035"/>
                  <a:gd name="connsiteY5" fmla="*/ 514011 h 1544324"/>
                  <a:gd name="connsiteX6" fmla="*/ 173540 w 9121035"/>
                  <a:gd name="connsiteY6" fmla="*/ 457931 h 1544324"/>
                  <a:gd name="connsiteX7" fmla="*/ 4560517 w 9121035"/>
                  <a:gd name="connsiteY7" fmla="*/ 0 h 1544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21035" h="1544324">
                    <a:moveTo>
                      <a:pt x="4560517" y="0"/>
                    </a:moveTo>
                    <a:cubicBezTo>
                      <a:pt x="6386686" y="0"/>
                      <a:pt x="7996751" y="181648"/>
                      <a:pt x="8947494" y="457931"/>
                    </a:cubicBezTo>
                    <a:lnTo>
                      <a:pt x="9121035" y="514011"/>
                    </a:lnTo>
                    <a:lnTo>
                      <a:pt x="9121035" y="1544324"/>
                    </a:lnTo>
                    <a:lnTo>
                      <a:pt x="0" y="1544324"/>
                    </a:lnTo>
                    <a:lnTo>
                      <a:pt x="0" y="514011"/>
                    </a:lnTo>
                    <a:lnTo>
                      <a:pt x="173540" y="457931"/>
                    </a:lnTo>
                    <a:cubicBezTo>
                      <a:pt x="1124284" y="181648"/>
                      <a:pt x="2734349" y="0"/>
                      <a:pt x="4560517" y="0"/>
                    </a:cubicBezTo>
                    <a:close/>
                  </a:path>
                </a:pathLst>
              </a:cu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FB9A5C0A-B017-7FB0-1598-B4B97D709635}"/>
                </a:ext>
              </a:extLst>
            </p:cNvPr>
            <p:cNvSpPr/>
            <p:nvPr/>
          </p:nvSpPr>
          <p:spPr>
            <a:xfrm>
              <a:off x="715995" y="1595211"/>
              <a:ext cx="10823510" cy="2239347"/>
            </a:xfrm>
            <a:prstGeom prst="arc">
              <a:avLst>
                <a:gd name="adj1" fmla="val 11247193"/>
                <a:gd name="adj2" fmla="val 21021857"/>
              </a:avLst>
            </a:prstGeom>
            <a:ln w="31750">
              <a:solidFill>
                <a:schemeClr val="tx1"/>
              </a:solidFill>
              <a:prstDash val="sysDash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AF72E15-8F2C-887E-F441-10DD188A9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57019" y="1213466"/>
              <a:ext cx="1346820" cy="105463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C5E2283-AC16-8B50-EA95-35A6BDD1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7740118" y="1054574"/>
              <a:ext cx="1346820" cy="105463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A60F94-B2AF-F941-28B5-8C9AD1992DCB}"/>
                </a:ext>
              </a:extLst>
            </p:cNvPr>
            <p:cNvSpPr txBox="1"/>
            <p:nvPr/>
          </p:nvSpPr>
          <p:spPr>
            <a:xfrm>
              <a:off x="8270689" y="7021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4A0FD5B-82F9-C52C-7E17-D5E8FF759589}"/>
                </a:ext>
              </a:extLst>
            </p:cNvPr>
            <p:cNvSpPr/>
            <p:nvPr/>
          </p:nvSpPr>
          <p:spPr>
            <a:xfrm rot="21305692">
              <a:off x="2322065" y="5082233"/>
              <a:ext cx="3490358" cy="9708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99CB568-B3A7-202A-F375-6407E2E17233}"/>
                </a:ext>
              </a:extLst>
            </p:cNvPr>
            <p:cNvSpPr/>
            <p:nvPr/>
          </p:nvSpPr>
          <p:spPr>
            <a:xfrm rot="448951">
              <a:off x="6313681" y="5059842"/>
              <a:ext cx="3924502" cy="118161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4A27DC-F951-B6CD-8F9F-491A3ACA273F}"/>
                </a:ext>
              </a:extLst>
            </p:cNvPr>
            <p:cNvSpPr txBox="1"/>
            <p:nvPr/>
          </p:nvSpPr>
          <p:spPr>
            <a:xfrm>
              <a:off x="2657019" y="932953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31E44C6-4E05-0149-3885-5EC247D55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651611" y="5307515"/>
              <a:ext cx="601952" cy="64577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004ED0E-9244-B8E9-7CD2-8DD58AE5A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88383" y="5365742"/>
              <a:ext cx="601952" cy="645778"/>
            </a:xfrm>
            <a:prstGeom prst="rect">
              <a:avLst/>
            </a:prstGeom>
          </p:spPr>
        </p:pic>
        <p:pic>
          <p:nvPicPr>
            <p:cNvPr id="39" name="Google Shape;149;p13">
              <a:extLst>
                <a:ext uri="{FF2B5EF4-FFF2-40B4-BE49-F238E27FC236}">
                  <a16:creationId xmlns:a16="http://schemas.microsoft.com/office/drawing/2014/main" id="{7DBB05DC-7A25-9028-E89C-7E485BFF068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35802" y="472914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EC781D1-839D-DE22-472B-381C39C7C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49070" y="5510101"/>
              <a:ext cx="601952" cy="645778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ABDFEDED-EC6E-15D9-FEEC-8F5D8F551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764879" y="5201507"/>
              <a:ext cx="601952" cy="645778"/>
            </a:xfrm>
            <a:prstGeom prst="rect">
              <a:avLst/>
            </a:prstGeom>
          </p:spPr>
        </p:pic>
        <p:pic>
          <p:nvPicPr>
            <p:cNvPr id="42" name="Google Shape;149;p13">
              <a:extLst>
                <a:ext uri="{FF2B5EF4-FFF2-40B4-BE49-F238E27FC236}">
                  <a16:creationId xmlns:a16="http://schemas.microsoft.com/office/drawing/2014/main" id="{2BE05B5F-B03E-2B11-A297-694C1DD429B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flipH="1">
              <a:off x="7527726" y="4796497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82F207E2-79D6-422F-AA8D-D7DC6CBBA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952587" y="4944383"/>
              <a:ext cx="601952" cy="645778"/>
            </a:xfrm>
            <a:prstGeom prst="rect">
              <a:avLst/>
            </a:prstGeom>
          </p:spPr>
        </p:pic>
        <p:pic>
          <p:nvPicPr>
            <p:cNvPr id="38" name="Google Shape;149;p13">
              <a:extLst>
                <a:ext uri="{FF2B5EF4-FFF2-40B4-BE49-F238E27FC236}">
                  <a16:creationId xmlns:a16="http://schemas.microsoft.com/office/drawing/2014/main" id="{E9CC115A-A7DE-2541-CE59-028FB834439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flipH="1">
              <a:off x="3574956" y="512986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56450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18E94E31-6D7E-B741-DACF-298923E0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2006"/>
            <a:ext cx="10034886" cy="6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2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913E-B4D8-EF00-8AE4-858B4938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" name="그룹 1033">
            <a:extLst>
              <a:ext uri="{FF2B5EF4-FFF2-40B4-BE49-F238E27FC236}">
                <a16:creationId xmlns:a16="http://schemas.microsoft.com/office/drawing/2014/main" id="{3CFE46C5-F270-E7EC-DEFE-18DCF1179899}"/>
              </a:ext>
            </a:extLst>
          </p:cNvPr>
          <p:cNvGrpSpPr/>
          <p:nvPr/>
        </p:nvGrpSpPr>
        <p:grpSpPr>
          <a:xfrm>
            <a:off x="1110000" y="84600"/>
            <a:ext cx="10033138" cy="6688800"/>
            <a:chOff x="1110000" y="84600"/>
            <a:chExt cx="10033138" cy="6688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2BA0252-02E5-975B-0AA2-C4D9D062D37C}"/>
                </a:ext>
              </a:extLst>
            </p:cNvPr>
            <p:cNvSpPr/>
            <p:nvPr/>
          </p:nvSpPr>
          <p:spPr>
            <a:xfrm>
              <a:off x="1110000" y="8460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72A1E0B-97D4-8223-F34C-500D817FA538}"/>
                </a:ext>
              </a:extLst>
            </p:cNvPr>
            <p:cNvSpPr/>
            <p:nvPr/>
          </p:nvSpPr>
          <p:spPr>
            <a:xfrm>
              <a:off x="3330374" y="717222"/>
              <a:ext cx="5592390" cy="559239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C54B9FA4-87D6-5EFB-AC4B-90B5B00344B6}"/>
                </a:ext>
              </a:extLst>
            </p:cNvPr>
            <p:cNvSpPr/>
            <p:nvPr/>
          </p:nvSpPr>
          <p:spPr>
            <a:xfrm>
              <a:off x="5888130" y="507813"/>
              <a:ext cx="1920843" cy="763919"/>
            </a:xfrm>
            <a:custGeom>
              <a:avLst/>
              <a:gdLst>
                <a:gd name="csX0" fmla="*/ 725916 w 1920843"/>
                <a:gd name="csY0" fmla="*/ 256 h 763919"/>
                <a:gd name="csX1" fmla="*/ 1112176 w 1920843"/>
                <a:gd name="csY1" fmla="*/ 53690 h 763919"/>
                <a:gd name="csX2" fmla="*/ 1873140 w 1920843"/>
                <a:gd name="csY2" fmla="*/ 676162 h 763919"/>
                <a:gd name="csX3" fmla="*/ 1920843 w 1920843"/>
                <a:gd name="csY3" fmla="*/ 763919 h 763919"/>
                <a:gd name="csX4" fmla="*/ 1801820 w 1920843"/>
                <a:gd name="csY4" fmla="*/ 674916 h 763919"/>
                <a:gd name="csX5" fmla="*/ 238441 w 1920843"/>
                <a:gd name="csY5" fmla="*/ 197370 h 763919"/>
                <a:gd name="csX6" fmla="*/ 0 w 1920843"/>
                <a:gd name="csY6" fmla="*/ 209410 h 763919"/>
                <a:gd name="csX7" fmla="*/ 132922 w 1920843"/>
                <a:gd name="csY7" fmla="*/ 140872 h 763919"/>
                <a:gd name="csX8" fmla="*/ 725916 w 1920843"/>
                <a:gd name="csY8" fmla="*/ 256 h 763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0843" h="763919">
                  <a:moveTo>
                    <a:pt x="725916" y="256"/>
                  </a:moveTo>
                  <a:cubicBezTo>
                    <a:pt x="856793" y="-2354"/>
                    <a:pt x="986156" y="14926"/>
                    <a:pt x="1112176" y="53690"/>
                  </a:cubicBezTo>
                  <a:cubicBezTo>
                    <a:pt x="1427226" y="150599"/>
                    <a:pt x="1684096" y="370312"/>
                    <a:pt x="1873140" y="676162"/>
                  </a:cubicBezTo>
                  <a:lnTo>
                    <a:pt x="1920843" y="763919"/>
                  </a:lnTo>
                  <a:lnTo>
                    <a:pt x="1801820" y="674916"/>
                  </a:lnTo>
                  <a:cubicBezTo>
                    <a:pt x="1355545" y="373418"/>
                    <a:pt x="817552" y="197370"/>
                    <a:pt x="238441" y="197370"/>
                  </a:cubicBezTo>
                  <a:lnTo>
                    <a:pt x="0" y="209410"/>
                  </a:lnTo>
                  <a:lnTo>
                    <a:pt x="132922" y="140872"/>
                  </a:lnTo>
                  <a:cubicBezTo>
                    <a:pt x="329877" y="52835"/>
                    <a:pt x="529600" y="4170"/>
                    <a:pt x="725916" y="256"/>
                  </a:cubicBez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3E5B54B3-2260-C258-5D5E-8F71004DED06}"/>
                </a:ext>
              </a:extLst>
            </p:cNvPr>
            <p:cNvSpPr/>
            <p:nvPr/>
          </p:nvSpPr>
          <p:spPr>
            <a:xfrm>
              <a:off x="3330375" y="717222"/>
              <a:ext cx="2557754" cy="4934612"/>
            </a:xfrm>
            <a:custGeom>
              <a:avLst/>
              <a:gdLst>
                <a:gd name="csX0" fmla="*/ 2557754 w 2557754"/>
                <a:gd name="csY0" fmla="*/ 0 h 4934612"/>
                <a:gd name="csX1" fmla="*/ 2494873 w 2557754"/>
                <a:gd name="csY1" fmla="*/ 32423 h 4934612"/>
                <a:gd name="csX2" fmla="*/ 940194 w 2557754"/>
                <a:gd name="csY2" fmla="*/ 2222654 h 4934612"/>
                <a:gd name="csX3" fmla="*/ 995145 w 2557754"/>
                <a:gd name="csY3" fmla="*/ 4908006 h 4934612"/>
                <a:gd name="csX4" fmla="*/ 1009607 w 2557754"/>
                <a:gd name="csY4" fmla="*/ 4934612 h 4934612"/>
                <a:gd name="csX5" fmla="*/ 818987 w 2557754"/>
                <a:gd name="csY5" fmla="*/ 4761364 h 4934612"/>
                <a:gd name="csX6" fmla="*/ 0 w 2557754"/>
                <a:gd name="csY6" fmla="*/ 2784155 h 4934612"/>
                <a:gd name="csX7" fmla="*/ 2510300 w 2557754"/>
                <a:gd name="csY7" fmla="*/ 2396 h 4934612"/>
                <a:gd name="csX8" fmla="*/ 2557754 w 2557754"/>
                <a:gd name="csY8" fmla="*/ 0 h 493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7754" h="4934612">
                  <a:moveTo>
                    <a:pt x="2557754" y="0"/>
                  </a:moveTo>
                  <a:lnTo>
                    <a:pt x="2494873" y="32423"/>
                  </a:lnTo>
                  <a:cubicBezTo>
                    <a:pt x="1846795" y="411380"/>
                    <a:pt x="1252340" y="1207873"/>
                    <a:pt x="940194" y="2222654"/>
                  </a:cubicBezTo>
                  <a:cubicBezTo>
                    <a:pt x="628047" y="3237435"/>
                    <a:pt x="672087" y="4230329"/>
                    <a:pt x="995145" y="4908006"/>
                  </a:cubicBezTo>
                  <a:lnTo>
                    <a:pt x="1009607" y="4934612"/>
                  </a:lnTo>
                  <a:lnTo>
                    <a:pt x="818987" y="4761364"/>
                  </a:lnTo>
                  <a:cubicBezTo>
                    <a:pt x="312975" y="4255352"/>
                    <a:pt x="0" y="3556303"/>
                    <a:pt x="0" y="2784155"/>
                  </a:cubicBezTo>
                  <a:cubicBezTo>
                    <a:pt x="0" y="1336378"/>
                    <a:pt x="1100302" y="145590"/>
                    <a:pt x="2510300" y="2396"/>
                  </a:cubicBezTo>
                  <a:lnTo>
                    <a:pt x="2557754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DEDF10C5-A0FD-28B6-5F77-C0FF9335EF21}"/>
                </a:ext>
              </a:extLst>
            </p:cNvPr>
            <p:cNvSpPr/>
            <p:nvPr/>
          </p:nvSpPr>
          <p:spPr>
            <a:xfrm>
              <a:off x="4339982" y="5651834"/>
              <a:ext cx="1957256" cy="843110"/>
            </a:xfrm>
            <a:custGeom>
              <a:avLst/>
              <a:gdLst>
                <a:gd name="csX0" fmla="*/ 0 w 1957256"/>
                <a:gd name="csY0" fmla="*/ 0 h 843110"/>
                <a:gd name="csX1" fmla="*/ 7948 w 1957256"/>
                <a:gd name="csY1" fmla="*/ 7223 h 843110"/>
                <a:gd name="csX2" fmla="*/ 1786588 w 1957256"/>
                <a:gd name="csY2" fmla="*/ 645738 h 843110"/>
                <a:gd name="csX3" fmla="*/ 1957256 w 1957256"/>
                <a:gd name="csY3" fmla="*/ 637121 h 843110"/>
                <a:gd name="csX4" fmla="*/ 1830967 w 1957256"/>
                <a:gd name="csY4" fmla="*/ 702238 h 843110"/>
                <a:gd name="csX5" fmla="*/ 851713 w 1957256"/>
                <a:gd name="csY5" fmla="*/ 789420 h 843110"/>
                <a:gd name="csX6" fmla="*/ 90749 w 1957256"/>
                <a:gd name="csY6" fmla="*/ 166948 h 843110"/>
                <a:gd name="csX7" fmla="*/ 0 w 1957256"/>
                <a:gd name="csY7" fmla="*/ 0 h 84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57256" h="843110">
                  <a:moveTo>
                    <a:pt x="0" y="0"/>
                  </a:moveTo>
                  <a:lnTo>
                    <a:pt x="7948" y="7223"/>
                  </a:lnTo>
                  <a:cubicBezTo>
                    <a:pt x="491296" y="406117"/>
                    <a:pt x="1110959" y="645738"/>
                    <a:pt x="1786588" y="645738"/>
                  </a:cubicBezTo>
                  <a:lnTo>
                    <a:pt x="1957256" y="637121"/>
                  </a:lnTo>
                  <a:lnTo>
                    <a:pt x="1830967" y="702238"/>
                  </a:lnTo>
                  <a:cubicBezTo>
                    <a:pt x="1502709" y="848967"/>
                    <a:pt x="1166763" y="886329"/>
                    <a:pt x="851713" y="789420"/>
                  </a:cubicBezTo>
                  <a:cubicBezTo>
                    <a:pt x="536664" y="692511"/>
                    <a:pt x="279794" y="472798"/>
                    <a:pt x="90749" y="16694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77C316C7-6AA4-621A-2B72-65013F6881CF}"/>
                </a:ext>
              </a:extLst>
            </p:cNvPr>
            <p:cNvSpPr/>
            <p:nvPr/>
          </p:nvSpPr>
          <p:spPr>
            <a:xfrm rot="18248275" flipH="1">
              <a:off x="4576510" y="2953022"/>
              <a:ext cx="1225734" cy="2981347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0" name="Google Shape;149;p13">
              <a:extLst>
                <a:ext uri="{FF2B5EF4-FFF2-40B4-BE49-F238E27FC236}">
                  <a16:creationId xmlns:a16="http://schemas.microsoft.com/office/drawing/2014/main" id="{4F9AFC82-1D65-3415-C228-30B5718A636E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5318610" y="497525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0FF62E6A-C33C-4D15-A298-6BF624DFA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4279" y="4440362"/>
              <a:ext cx="601952" cy="645778"/>
            </a:xfrm>
            <a:prstGeom prst="rect">
              <a:avLst/>
            </a:prstGeom>
          </p:spPr>
        </p:pic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F310A669-0142-9936-DAA6-3BE5AEA9F65C}"/>
                </a:ext>
              </a:extLst>
            </p:cNvPr>
            <p:cNvSpPr/>
            <p:nvPr/>
          </p:nvSpPr>
          <p:spPr>
            <a:xfrm rot="18374785" flipH="1">
              <a:off x="5640619" y="379718"/>
              <a:ext cx="1575466" cy="1900906"/>
            </a:xfrm>
            <a:prstGeom prst="triangle">
              <a:avLst>
                <a:gd name="adj" fmla="val 5431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7" name="Google Shape;149;p13">
              <a:extLst>
                <a:ext uri="{FF2B5EF4-FFF2-40B4-BE49-F238E27FC236}">
                  <a16:creationId xmlns:a16="http://schemas.microsoft.com/office/drawing/2014/main" id="{F96664B9-D4C7-A5FB-BD18-A047D555FFF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6990938" y="948450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EFE90A9-FEB7-FA98-420E-1EAA53E4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777" y="3403107"/>
              <a:ext cx="601952" cy="645778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31AC892-9597-2CFE-F1C3-DE1FF32D3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435" y="1865144"/>
              <a:ext cx="601952" cy="645778"/>
            </a:xfrm>
            <a:prstGeom prst="rect">
              <a:avLst/>
            </a:prstGeom>
          </p:spPr>
        </p:pic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ADD3B9A5-BABB-F90D-D4DC-5F17251DBA5E}"/>
                </a:ext>
              </a:extLst>
            </p:cNvPr>
            <p:cNvSpPr/>
            <p:nvPr/>
          </p:nvSpPr>
          <p:spPr>
            <a:xfrm rot="12378373">
              <a:off x="4365784" y="1989338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AC116506-F850-11F5-5F51-215D7C6380DA}"/>
                </a:ext>
              </a:extLst>
            </p:cNvPr>
            <p:cNvSpPr/>
            <p:nvPr/>
          </p:nvSpPr>
          <p:spPr>
            <a:xfrm rot="5062383" flipH="1">
              <a:off x="8002004" y="2544885"/>
              <a:ext cx="1225734" cy="2579505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1B7711C-5B57-83C7-4301-E948FA985094}"/>
                </a:ext>
              </a:extLst>
            </p:cNvPr>
            <p:cNvSpPr txBox="1"/>
            <p:nvPr/>
          </p:nvSpPr>
          <p:spPr>
            <a:xfrm>
              <a:off x="4310959" y="42810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1BEFC8-E0B4-F16A-5EFD-A5A80F4824EC}"/>
                </a:ext>
              </a:extLst>
            </p:cNvPr>
            <p:cNvSpPr txBox="1"/>
            <p:nvPr/>
          </p:nvSpPr>
          <p:spPr>
            <a:xfrm>
              <a:off x="4139562" y="3823045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6" name="Google Shape;149;p13">
              <a:extLst>
                <a:ext uri="{FF2B5EF4-FFF2-40B4-BE49-F238E27FC236}">
                  <a16:creationId xmlns:a16="http://schemas.microsoft.com/office/drawing/2014/main" id="{221EC164-15C4-BDF1-CEAA-5E09189454D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7279279" y="3823286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CC2EBDFD-5F72-2D20-88B2-E006D4877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6999" y="3041588"/>
              <a:ext cx="601952" cy="645778"/>
            </a:xfrm>
            <a:prstGeom prst="rect">
              <a:avLst/>
            </a:prstGeom>
          </p:spPr>
        </p:pic>
        <p:sp>
          <p:nvSpPr>
            <p:cNvPr id="1025" name="자유형: 도형 1024">
              <a:extLst>
                <a:ext uri="{FF2B5EF4-FFF2-40B4-BE49-F238E27FC236}">
                  <a16:creationId xmlns:a16="http://schemas.microsoft.com/office/drawing/2014/main" id="{DA9110CB-13BE-7E09-B599-679F224FEA18}"/>
                </a:ext>
              </a:extLst>
            </p:cNvPr>
            <p:cNvSpPr/>
            <p:nvPr/>
          </p:nvSpPr>
          <p:spPr>
            <a:xfrm rot="638928">
              <a:off x="3752728" y="753359"/>
              <a:ext cx="5396038" cy="2075072"/>
            </a:xfrm>
            <a:custGeom>
              <a:avLst/>
              <a:gdLst>
                <a:gd name="csX0" fmla="*/ 2181413 w 5396038"/>
                <a:gd name="csY0" fmla="*/ 48645 h 2075072"/>
                <a:gd name="csX1" fmla="*/ 5378230 w 5396038"/>
                <a:gd name="csY1" fmla="*/ 2001122 h 2075072"/>
                <a:gd name="csX2" fmla="*/ 5396038 w 5396038"/>
                <a:gd name="csY2" fmla="*/ 2075072 h 2075072"/>
                <a:gd name="csX3" fmla="*/ 5213347 w 5396038"/>
                <a:gd name="csY3" fmla="*/ 2048043 h 2075072"/>
                <a:gd name="csX4" fmla="*/ 2696225 w 5396038"/>
                <a:gd name="csY4" fmla="*/ 1895926 h 2075072"/>
                <a:gd name="csX5" fmla="*/ 179102 w 5396038"/>
                <a:gd name="csY5" fmla="*/ 2048044 h 2075072"/>
                <a:gd name="csX6" fmla="*/ 0 w 5396038"/>
                <a:gd name="csY6" fmla="*/ 2074541 h 2075072"/>
                <a:gd name="csX7" fmla="*/ 36069 w 5396038"/>
                <a:gd name="csY7" fmla="*/ 1940608 h 2075072"/>
                <a:gd name="csX8" fmla="*/ 2181413 w 5396038"/>
                <a:gd name="csY8" fmla="*/ 48645 h 2075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96038" h="2075072">
                  <a:moveTo>
                    <a:pt x="2181413" y="48645"/>
                  </a:moveTo>
                  <a:cubicBezTo>
                    <a:pt x="3603853" y="-218812"/>
                    <a:pt x="4977065" y="642252"/>
                    <a:pt x="5378230" y="2001122"/>
                  </a:cubicBezTo>
                  <a:lnTo>
                    <a:pt x="5396038" y="2075072"/>
                  </a:lnTo>
                  <a:lnTo>
                    <a:pt x="5213347" y="2048043"/>
                  </a:lnTo>
                  <a:cubicBezTo>
                    <a:pt x="4494820" y="1952004"/>
                    <a:pt x="3628624" y="1895926"/>
                    <a:pt x="2696225" y="1895926"/>
                  </a:cubicBezTo>
                  <a:cubicBezTo>
                    <a:pt x="1763826" y="1895926"/>
                    <a:pt x="897630" y="1952004"/>
                    <a:pt x="179102" y="2048044"/>
                  </a:cubicBezTo>
                  <a:lnTo>
                    <a:pt x="0" y="2074541"/>
                  </a:lnTo>
                  <a:lnTo>
                    <a:pt x="36069" y="1940608"/>
                  </a:lnTo>
                  <a:cubicBezTo>
                    <a:pt x="340264" y="996745"/>
                    <a:pt x="1138290" y="244780"/>
                    <a:pt x="2181413" y="4864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24" name="자유형: 도형 1023">
              <a:extLst>
                <a:ext uri="{FF2B5EF4-FFF2-40B4-BE49-F238E27FC236}">
                  <a16:creationId xmlns:a16="http://schemas.microsoft.com/office/drawing/2014/main" id="{164C1AF2-D586-1D83-5CA2-9EF8EFBB1ACD}"/>
                </a:ext>
              </a:extLst>
            </p:cNvPr>
            <p:cNvSpPr/>
            <p:nvPr/>
          </p:nvSpPr>
          <p:spPr>
            <a:xfrm rot="638928">
              <a:off x="1685799" y="2132377"/>
              <a:ext cx="1805795" cy="1423492"/>
            </a:xfrm>
            <a:custGeom>
              <a:avLst/>
              <a:gdLst>
                <a:gd name="csX0" fmla="*/ 1318611 w 1805795"/>
                <a:gd name="csY0" fmla="*/ 82265 h 1423492"/>
                <a:gd name="csX1" fmla="*/ 1638318 w 1805795"/>
                <a:gd name="csY1" fmla="*/ 24778 h 1423492"/>
                <a:gd name="csX2" fmla="*/ 1805795 w 1805795"/>
                <a:gd name="csY2" fmla="*/ 0 h 1423492"/>
                <a:gd name="csX3" fmla="*/ 1771332 w 1805795"/>
                <a:gd name="csY3" fmla="*/ 127969 h 1423492"/>
                <a:gd name="csX4" fmla="*/ 1756507 w 1805795"/>
                <a:gd name="csY4" fmla="*/ 1237920 h 1423492"/>
                <a:gd name="csX5" fmla="*/ 1801194 w 1805795"/>
                <a:gd name="csY5" fmla="*/ 1423492 h 1423492"/>
                <a:gd name="csX6" fmla="*/ 1638317 w 1805795"/>
                <a:gd name="csY6" fmla="*/ 1399395 h 1423492"/>
                <a:gd name="csX7" fmla="*/ 0 w 1805795"/>
                <a:gd name="csY7" fmla="*/ 712086 h 1423492"/>
                <a:gd name="csX8" fmla="*/ 1318611 w 1805795"/>
                <a:gd name="csY8" fmla="*/ 82265 h 1423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05795" h="1423492">
                  <a:moveTo>
                    <a:pt x="1318611" y="82265"/>
                  </a:moveTo>
                  <a:cubicBezTo>
                    <a:pt x="1420449" y="62117"/>
                    <a:pt x="1527144" y="42930"/>
                    <a:pt x="1638318" y="24778"/>
                  </a:cubicBezTo>
                  <a:lnTo>
                    <a:pt x="1805795" y="0"/>
                  </a:lnTo>
                  <a:lnTo>
                    <a:pt x="1771332" y="127969"/>
                  </a:lnTo>
                  <a:cubicBezTo>
                    <a:pt x="1694114" y="482786"/>
                    <a:pt x="1685185" y="858603"/>
                    <a:pt x="1756507" y="1237920"/>
                  </a:cubicBezTo>
                  <a:lnTo>
                    <a:pt x="1801194" y="1423492"/>
                  </a:lnTo>
                  <a:lnTo>
                    <a:pt x="1638317" y="1399395"/>
                  </a:lnTo>
                  <a:cubicBezTo>
                    <a:pt x="637756" y="1236027"/>
                    <a:pt x="0" y="988792"/>
                    <a:pt x="0" y="712086"/>
                  </a:cubicBezTo>
                  <a:cubicBezTo>
                    <a:pt x="0" y="466126"/>
                    <a:pt x="503906" y="243450"/>
                    <a:pt x="1318611" y="8226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AA722AC9-8AD1-AD47-5610-2AFDD44067A1}"/>
                </a:ext>
              </a:extLst>
            </p:cNvPr>
            <p:cNvSpPr/>
            <p:nvPr/>
          </p:nvSpPr>
          <p:spPr>
            <a:xfrm rot="638928">
              <a:off x="8763643" y="3463393"/>
              <a:ext cx="1802208" cy="1422333"/>
            </a:xfrm>
            <a:custGeom>
              <a:avLst/>
              <a:gdLst>
                <a:gd name="csX0" fmla="*/ 0 w 1802208"/>
                <a:gd name="csY0" fmla="*/ 0 h 1422333"/>
                <a:gd name="csX1" fmla="*/ 163890 w 1802208"/>
                <a:gd name="csY1" fmla="*/ 24247 h 1422333"/>
                <a:gd name="csX2" fmla="*/ 1802208 w 1802208"/>
                <a:gd name="csY2" fmla="*/ 711556 h 1422333"/>
                <a:gd name="csX3" fmla="*/ 163890 w 1802208"/>
                <a:gd name="csY3" fmla="*/ 1398863 h 1422333"/>
                <a:gd name="csX4" fmla="*/ 5251 w 1802208"/>
                <a:gd name="csY4" fmla="*/ 1422333 h 1422333"/>
                <a:gd name="csX5" fmla="*/ 34366 w 1802208"/>
                <a:gd name="csY5" fmla="*/ 1314224 h 1422333"/>
                <a:gd name="csX6" fmla="*/ 49191 w 1802208"/>
                <a:gd name="csY6" fmla="*/ 204274 h 1422333"/>
                <a:gd name="csX7" fmla="*/ 0 w 1802208"/>
                <a:gd name="csY7" fmla="*/ 0 h 1422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02208" h="1422333">
                  <a:moveTo>
                    <a:pt x="0" y="0"/>
                  </a:moveTo>
                  <a:lnTo>
                    <a:pt x="163890" y="24247"/>
                  </a:lnTo>
                  <a:cubicBezTo>
                    <a:pt x="1164451" y="187614"/>
                    <a:pt x="1802208" y="434850"/>
                    <a:pt x="1802208" y="711556"/>
                  </a:cubicBezTo>
                  <a:cubicBezTo>
                    <a:pt x="1802208" y="988261"/>
                    <a:pt x="1164452" y="1235496"/>
                    <a:pt x="163890" y="1398863"/>
                  </a:cubicBezTo>
                  <a:lnTo>
                    <a:pt x="5251" y="1422333"/>
                  </a:lnTo>
                  <a:lnTo>
                    <a:pt x="34366" y="1314224"/>
                  </a:lnTo>
                  <a:cubicBezTo>
                    <a:pt x="111584" y="959408"/>
                    <a:pt x="120513" y="583591"/>
                    <a:pt x="49191" y="204274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05CA936E-F986-BDE6-69DA-28B10780F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9173959" y="3113075"/>
              <a:ext cx="1113075" cy="8716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0D7E9C8-F009-B67D-9D64-BE76C05E3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3454277" y="3077617"/>
              <a:ext cx="1113075" cy="871600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DCE203C2-6331-EECD-3C94-0E03DFC9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382844"/>
              <a:ext cx="1113075" cy="871600"/>
            </a:xfrm>
            <a:prstGeom prst="rect">
              <a:avLst/>
            </a:prstGeom>
          </p:spPr>
        </p:pic>
        <p:sp>
          <p:nvSpPr>
            <p:cNvPr id="1029" name="이등변 삼각형 1028">
              <a:extLst>
                <a:ext uri="{FF2B5EF4-FFF2-40B4-BE49-F238E27FC236}">
                  <a16:creationId xmlns:a16="http://schemas.microsoft.com/office/drawing/2014/main" id="{495E7A2B-A2F0-748A-28C3-4F24D026327C}"/>
                </a:ext>
              </a:extLst>
            </p:cNvPr>
            <p:cNvSpPr/>
            <p:nvPr/>
          </p:nvSpPr>
          <p:spPr>
            <a:xfrm rot="17645075">
              <a:off x="7773368" y="2884674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1" name="이등변 삼각형 1030">
              <a:extLst>
                <a:ext uri="{FF2B5EF4-FFF2-40B4-BE49-F238E27FC236}">
                  <a16:creationId xmlns:a16="http://schemas.microsoft.com/office/drawing/2014/main" id="{FF6327A7-EABD-EF30-020E-E04AED5E1B24}"/>
                </a:ext>
              </a:extLst>
            </p:cNvPr>
            <p:cNvSpPr/>
            <p:nvPr/>
          </p:nvSpPr>
          <p:spPr>
            <a:xfrm rot="20837566" flipH="1">
              <a:off x="5029484" y="2654548"/>
              <a:ext cx="1225734" cy="821911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30" name="그림 1029">
              <a:extLst>
                <a:ext uri="{FF2B5EF4-FFF2-40B4-BE49-F238E27FC236}">
                  <a16:creationId xmlns:a16="http://schemas.microsoft.com/office/drawing/2014/main" id="{12F6E422-14C3-BEC3-65ED-1D8539972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2112526"/>
              <a:ext cx="1113075" cy="871600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0D362351-A770-431C-8629-C2BBD14855D0}"/>
                </a:ext>
              </a:extLst>
            </p:cNvPr>
            <p:cNvSpPr txBox="1"/>
            <p:nvPr/>
          </p:nvSpPr>
          <p:spPr>
            <a:xfrm>
              <a:off x="5122763" y="18066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1C3C5541-4B9D-9515-6AB9-0AD7EFCEC6E6}"/>
                </a:ext>
              </a:extLst>
            </p:cNvPr>
            <p:cNvSpPr txBox="1"/>
            <p:nvPr/>
          </p:nvSpPr>
          <p:spPr>
            <a:xfrm>
              <a:off x="9306518" y="397869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5625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752C85DE-401E-44A5-6837-8D1AA8B08CFF}"/>
              </a:ext>
            </a:extLst>
          </p:cNvPr>
          <p:cNvGrpSpPr/>
          <p:nvPr/>
        </p:nvGrpSpPr>
        <p:grpSpPr>
          <a:xfrm>
            <a:off x="1110000" y="84600"/>
            <a:ext cx="10033138" cy="6688800"/>
            <a:chOff x="1110000" y="84600"/>
            <a:chExt cx="10033138" cy="668880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4C3E115-477B-3BA8-69C7-3C0CC3B0BBC7}"/>
                </a:ext>
              </a:extLst>
            </p:cNvPr>
            <p:cNvSpPr/>
            <p:nvPr/>
          </p:nvSpPr>
          <p:spPr>
            <a:xfrm>
              <a:off x="1110000" y="8460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729545A-3742-8D82-FA62-E1C12FC61701}"/>
                </a:ext>
              </a:extLst>
            </p:cNvPr>
            <p:cNvSpPr/>
            <p:nvPr/>
          </p:nvSpPr>
          <p:spPr>
            <a:xfrm>
              <a:off x="3330374" y="717222"/>
              <a:ext cx="5592390" cy="559239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253DBFC8-ABB2-405C-0BF9-7652A7CCB06A}"/>
                </a:ext>
              </a:extLst>
            </p:cNvPr>
            <p:cNvSpPr/>
            <p:nvPr/>
          </p:nvSpPr>
          <p:spPr>
            <a:xfrm>
              <a:off x="5888130" y="507813"/>
              <a:ext cx="1920843" cy="763919"/>
            </a:xfrm>
            <a:custGeom>
              <a:avLst/>
              <a:gdLst>
                <a:gd name="csX0" fmla="*/ 725916 w 1920843"/>
                <a:gd name="csY0" fmla="*/ 256 h 763919"/>
                <a:gd name="csX1" fmla="*/ 1112176 w 1920843"/>
                <a:gd name="csY1" fmla="*/ 53690 h 763919"/>
                <a:gd name="csX2" fmla="*/ 1873140 w 1920843"/>
                <a:gd name="csY2" fmla="*/ 676162 h 763919"/>
                <a:gd name="csX3" fmla="*/ 1920843 w 1920843"/>
                <a:gd name="csY3" fmla="*/ 763919 h 763919"/>
                <a:gd name="csX4" fmla="*/ 1801820 w 1920843"/>
                <a:gd name="csY4" fmla="*/ 674916 h 763919"/>
                <a:gd name="csX5" fmla="*/ 238441 w 1920843"/>
                <a:gd name="csY5" fmla="*/ 197370 h 763919"/>
                <a:gd name="csX6" fmla="*/ 0 w 1920843"/>
                <a:gd name="csY6" fmla="*/ 209410 h 763919"/>
                <a:gd name="csX7" fmla="*/ 132922 w 1920843"/>
                <a:gd name="csY7" fmla="*/ 140872 h 763919"/>
                <a:gd name="csX8" fmla="*/ 725916 w 1920843"/>
                <a:gd name="csY8" fmla="*/ 256 h 763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0843" h="763919">
                  <a:moveTo>
                    <a:pt x="725916" y="256"/>
                  </a:moveTo>
                  <a:cubicBezTo>
                    <a:pt x="856793" y="-2354"/>
                    <a:pt x="986156" y="14926"/>
                    <a:pt x="1112176" y="53690"/>
                  </a:cubicBezTo>
                  <a:cubicBezTo>
                    <a:pt x="1427226" y="150599"/>
                    <a:pt x="1684096" y="370312"/>
                    <a:pt x="1873140" y="676162"/>
                  </a:cubicBezTo>
                  <a:lnTo>
                    <a:pt x="1920843" y="763919"/>
                  </a:lnTo>
                  <a:lnTo>
                    <a:pt x="1801820" y="674916"/>
                  </a:lnTo>
                  <a:cubicBezTo>
                    <a:pt x="1355545" y="373418"/>
                    <a:pt x="817552" y="197370"/>
                    <a:pt x="238441" y="197370"/>
                  </a:cubicBezTo>
                  <a:lnTo>
                    <a:pt x="0" y="209410"/>
                  </a:lnTo>
                  <a:lnTo>
                    <a:pt x="132922" y="140872"/>
                  </a:lnTo>
                  <a:cubicBezTo>
                    <a:pt x="329877" y="52835"/>
                    <a:pt x="529600" y="4170"/>
                    <a:pt x="725916" y="256"/>
                  </a:cubicBez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BD54BDC-38E2-C727-70EB-41C5A024C87B}"/>
                </a:ext>
              </a:extLst>
            </p:cNvPr>
            <p:cNvSpPr/>
            <p:nvPr/>
          </p:nvSpPr>
          <p:spPr>
            <a:xfrm>
              <a:off x="3330375" y="717222"/>
              <a:ext cx="2557754" cy="4934612"/>
            </a:xfrm>
            <a:custGeom>
              <a:avLst/>
              <a:gdLst>
                <a:gd name="csX0" fmla="*/ 2557754 w 2557754"/>
                <a:gd name="csY0" fmla="*/ 0 h 4934612"/>
                <a:gd name="csX1" fmla="*/ 2494873 w 2557754"/>
                <a:gd name="csY1" fmla="*/ 32423 h 4934612"/>
                <a:gd name="csX2" fmla="*/ 940194 w 2557754"/>
                <a:gd name="csY2" fmla="*/ 2222654 h 4934612"/>
                <a:gd name="csX3" fmla="*/ 995145 w 2557754"/>
                <a:gd name="csY3" fmla="*/ 4908006 h 4934612"/>
                <a:gd name="csX4" fmla="*/ 1009607 w 2557754"/>
                <a:gd name="csY4" fmla="*/ 4934612 h 4934612"/>
                <a:gd name="csX5" fmla="*/ 818987 w 2557754"/>
                <a:gd name="csY5" fmla="*/ 4761364 h 4934612"/>
                <a:gd name="csX6" fmla="*/ 0 w 2557754"/>
                <a:gd name="csY6" fmla="*/ 2784155 h 4934612"/>
                <a:gd name="csX7" fmla="*/ 2510300 w 2557754"/>
                <a:gd name="csY7" fmla="*/ 2396 h 4934612"/>
                <a:gd name="csX8" fmla="*/ 2557754 w 2557754"/>
                <a:gd name="csY8" fmla="*/ 0 h 493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7754" h="4934612">
                  <a:moveTo>
                    <a:pt x="2557754" y="0"/>
                  </a:moveTo>
                  <a:lnTo>
                    <a:pt x="2494873" y="32423"/>
                  </a:lnTo>
                  <a:cubicBezTo>
                    <a:pt x="1846795" y="411380"/>
                    <a:pt x="1252340" y="1207873"/>
                    <a:pt x="940194" y="2222654"/>
                  </a:cubicBezTo>
                  <a:cubicBezTo>
                    <a:pt x="628047" y="3237435"/>
                    <a:pt x="672087" y="4230329"/>
                    <a:pt x="995145" y="4908006"/>
                  </a:cubicBezTo>
                  <a:lnTo>
                    <a:pt x="1009607" y="4934612"/>
                  </a:lnTo>
                  <a:lnTo>
                    <a:pt x="818987" y="4761364"/>
                  </a:lnTo>
                  <a:cubicBezTo>
                    <a:pt x="312975" y="4255352"/>
                    <a:pt x="0" y="3556303"/>
                    <a:pt x="0" y="2784155"/>
                  </a:cubicBezTo>
                  <a:cubicBezTo>
                    <a:pt x="0" y="1336378"/>
                    <a:pt x="1100302" y="145590"/>
                    <a:pt x="2510300" y="2396"/>
                  </a:cubicBezTo>
                  <a:lnTo>
                    <a:pt x="2557754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C66C7C0A-6E79-3AD7-D2E9-729693C53DF2}"/>
                </a:ext>
              </a:extLst>
            </p:cNvPr>
            <p:cNvSpPr/>
            <p:nvPr/>
          </p:nvSpPr>
          <p:spPr>
            <a:xfrm>
              <a:off x="4339982" y="5651834"/>
              <a:ext cx="1957256" cy="843110"/>
            </a:xfrm>
            <a:custGeom>
              <a:avLst/>
              <a:gdLst>
                <a:gd name="csX0" fmla="*/ 0 w 1957256"/>
                <a:gd name="csY0" fmla="*/ 0 h 843110"/>
                <a:gd name="csX1" fmla="*/ 7948 w 1957256"/>
                <a:gd name="csY1" fmla="*/ 7223 h 843110"/>
                <a:gd name="csX2" fmla="*/ 1786588 w 1957256"/>
                <a:gd name="csY2" fmla="*/ 645738 h 843110"/>
                <a:gd name="csX3" fmla="*/ 1957256 w 1957256"/>
                <a:gd name="csY3" fmla="*/ 637121 h 843110"/>
                <a:gd name="csX4" fmla="*/ 1830967 w 1957256"/>
                <a:gd name="csY4" fmla="*/ 702238 h 843110"/>
                <a:gd name="csX5" fmla="*/ 851713 w 1957256"/>
                <a:gd name="csY5" fmla="*/ 789420 h 843110"/>
                <a:gd name="csX6" fmla="*/ 90749 w 1957256"/>
                <a:gd name="csY6" fmla="*/ 166948 h 843110"/>
                <a:gd name="csX7" fmla="*/ 0 w 1957256"/>
                <a:gd name="csY7" fmla="*/ 0 h 84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57256" h="843110">
                  <a:moveTo>
                    <a:pt x="0" y="0"/>
                  </a:moveTo>
                  <a:lnTo>
                    <a:pt x="7948" y="7223"/>
                  </a:lnTo>
                  <a:cubicBezTo>
                    <a:pt x="491296" y="406117"/>
                    <a:pt x="1110959" y="645738"/>
                    <a:pt x="1786588" y="645738"/>
                  </a:cubicBezTo>
                  <a:lnTo>
                    <a:pt x="1957256" y="637121"/>
                  </a:lnTo>
                  <a:lnTo>
                    <a:pt x="1830967" y="702238"/>
                  </a:lnTo>
                  <a:cubicBezTo>
                    <a:pt x="1502709" y="848967"/>
                    <a:pt x="1166763" y="886329"/>
                    <a:pt x="851713" y="789420"/>
                  </a:cubicBezTo>
                  <a:cubicBezTo>
                    <a:pt x="536664" y="692511"/>
                    <a:pt x="279794" y="472798"/>
                    <a:pt x="90749" y="16694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77860E76-A746-7997-8D28-32A7B6C6CC6E}"/>
                </a:ext>
              </a:extLst>
            </p:cNvPr>
            <p:cNvSpPr/>
            <p:nvPr/>
          </p:nvSpPr>
          <p:spPr>
            <a:xfrm rot="18248275" flipH="1">
              <a:off x="4576510" y="2953022"/>
              <a:ext cx="1225734" cy="2981347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1" name="Google Shape;149;p13">
              <a:extLst>
                <a:ext uri="{FF2B5EF4-FFF2-40B4-BE49-F238E27FC236}">
                  <a16:creationId xmlns:a16="http://schemas.microsoft.com/office/drawing/2014/main" id="{A162E9F6-8844-F2B9-F1EE-12ADC1B07C4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5318610" y="4975251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2ABF0C38-9F40-0E14-8F4F-7E38C095D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4279" y="4440362"/>
              <a:ext cx="601952" cy="645778"/>
            </a:xfrm>
            <a:prstGeom prst="rect">
              <a:avLst/>
            </a:prstGeom>
          </p:spPr>
        </p:pic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0ABAAEDC-3609-F963-9C49-BB726BA027F4}"/>
                </a:ext>
              </a:extLst>
            </p:cNvPr>
            <p:cNvSpPr/>
            <p:nvPr/>
          </p:nvSpPr>
          <p:spPr>
            <a:xfrm rot="18374785" flipH="1">
              <a:off x="5640619" y="379718"/>
              <a:ext cx="1575466" cy="1900906"/>
            </a:xfrm>
            <a:prstGeom prst="triangle">
              <a:avLst>
                <a:gd name="adj" fmla="val 54317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4" name="Google Shape;149;p13">
              <a:extLst>
                <a:ext uri="{FF2B5EF4-FFF2-40B4-BE49-F238E27FC236}">
                  <a16:creationId xmlns:a16="http://schemas.microsoft.com/office/drawing/2014/main" id="{E463B8BD-6BB6-2DE5-DD51-445B20506B7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6990938" y="948450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D8135B45-DDB4-8255-CD9B-07203C92D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777" y="3403107"/>
              <a:ext cx="601952" cy="64577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0CBFD8D-A7A7-6B16-E51F-F8F760D08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435" y="1865144"/>
              <a:ext cx="601952" cy="645778"/>
            </a:xfrm>
            <a:prstGeom prst="rect">
              <a:avLst/>
            </a:prstGeom>
          </p:spPr>
        </p:pic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8913CD00-BEDC-BF66-1847-F9E12FAC2457}"/>
                </a:ext>
              </a:extLst>
            </p:cNvPr>
            <p:cNvSpPr/>
            <p:nvPr/>
          </p:nvSpPr>
          <p:spPr>
            <a:xfrm rot="12378373">
              <a:off x="4365784" y="1989338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35379043-9849-60E4-09C1-70C652D7E495}"/>
                </a:ext>
              </a:extLst>
            </p:cNvPr>
            <p:cNvSpPr/>
            <p:nvPr/>
          </p:nvSpPr>
          <p:spPr>
            <a:xfrm rot="5062383" flipH="1">
              <a:off x="8002004" y="2544885"/>
              <a:ext cx="1225734" cy="2579505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8260BF-42FA-DDBB-E956-543A9CE1372D}"/>
                </a:ext>
              </a:extLst>
            </p:cNvPr>
            <p:cNvSpPr txBox="1"/>
            <p:nvPr/>
          </p:nvSpPr>
          <p:spPr>
            <a:xfrm>
              <a:off x="4310959" y="42810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79EAFCA-2B9C-F39A-D27F-25EA0A4132BE}"/>
                </a:ext>
              </a:extLst>
            </p:cNvPr>
            <p:cNvSpPr txBox="1"/>
            <p:nvPr/>
          </p:nvSpPr>
          <p:spPr>
            <a:xfrm>
              <a:off x="4139562" y="3823045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oogle Shape;149;p13">
              <a:extLst>
                <a:ext uri="{FF2B5EF4-FFF2-40B4-BE49-F238E27FC236}">
                  <a16:creationId xmlns:a16="http://schemas.microsoft.com/office/drawing/2014/main" id="{47ABD9EF-482B-8C7F-E0F1-D2BA385B120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7279279" y="3823286"/>
              <a:ext cx="898464" cy="838539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9B346BF7-5FB3-36A4-F139-EC8DACB7A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6999" y="3041588"/>
              <a:ext cx="601952" cy="645778"/>
            </a:xfrm>
            <a:prstGeom prst="rect">
              <a:avLst/>
            </a:prstGeom>
          </p:spPr>
        </p:pic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C1BF856B-CACF-F851-C482-873946DC341E}"/>
                </a:ext>
              </a:extLst>
            </p:cNvPr>
            <p:cNvSpPr/>
            <p:nvPr/>
          </p:nvSpPr>
          <p:spPr>
            <a:xfrm rot="638928">
              <a:off x="3752728" y="753359"/>
              <a:ext cx="5396038" cy="2075072"/>
            </a:xfrm>
            <a:custGeom>
              <a:avLst/>
              <a:gdLst>
                <a:gd name="csX0" fmla="*/ 2181413 w 5396038"/>
                <a:gd name="csY0" fmla="*/ 48645 h 2075072"/>
                <a:gd name="csX1" fmla="*/ 5378230 w 5396038"/>
                <a:gd name="csY1" fmla="*/ 2001122 h 2075072"/>
                <a:gd name="csX2" fmla="*/ 5396038 w 5396038"/>
                <a:gd name="csY2" fmla="*/ 2075072 h 2075072"/>
                <a:gd name="csX3" fmla="*/ 5213347 w 5396038"/>
                <a:gd name="csY3" fmla="*/ 2048043 h 2075072"/>
                <a:gd name="csX4" fmla="*/ 2696225 w 5396038"/>
                <a:gd name="csY4" fmla="*/ 1895926 h 2075072"/>
                <a:gd name="csX5" fmla="*/ 179102 w 5396038"/>
                <a:gd name="csY5" fmla="*/ 2048044 h 2075072"/>
                <a:gd name="csX6" fmla="*/ 0 w 5396038"/>
                <a:gd name="csY6" fmla="*/ 2074541 h 2075072"/>
                <a:gd name="csX7" fmla="*/ 36069 w 5396038"/>
                <a:gd name="csY7" fmla="*/ 1940608 h 2075072"/>
                <a:gd name="csX8" fmla="*/ 2181413 w 5396038"/>
                <a:gd name="csY8" fmla="*/ 48645 h 2075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96038" h="2075072">
                  <a:moveTo>
                    <a:pt x="2181413" y="48645"/>
                  </a:moveTo>
                  <a:cubicBezTo>
                    <a:pt x="3603853" y="-218812"/>
                    <a:pt x="4977065" y="642252"/>
                    <a:pt x="5378230" y="2001122"/>
                  </a:cubicBezTo>
                  <a:lnTo>
                    <a:pt x="5396038" y="2075072"/>
                  </a:lnTo>
                  <a:lnTo>
                    <a:pt x="5213347" y="2048043"/>
                  </a:lnTo>
                  <a:cubicBezTo>
                    <a:pt x="4494820" y="1952004"/>
                    <a:pt x="3628624" y="1895926"/>
                    <a:pt x="2696225" y="1895926"/>
                  </a:cubicBezTo>
                  <a:cubicBezTo>
                    <a:pt x="1763826" y="1895926"/>
                    <a:pt x="897630" y="1952004"/>
                    <a:pt x="179102" y="2048044"/>
                  </a:cubicBezTo>
                  <a:lnTo>
                    <a:pt x="0" y="2074541"/>
                  </a:lnTo>
                  <a:lnTo>
                    <a:pt x="36069" y="1940608"/>
                  </a:lnTo>
                  <a:cubicBezTo>
                    <a:pt x="340264" y="996745"/>
                    <a:pt x="1138290" y="244780"/>
                    <a:pt x="2181413" y="4864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18E2FFE0-096F-570D-A7FE-455C6A53B834}"/>
                </a:ext>
              </a:extLst>
            </p:cNvPr>
            <p:cNvSpPr/>
            <p:nvPr/>
          </p:nvSpPr>
          <p:spPr>
            <a:xfrm rot="638928">
              <a:off x="1685799" y="2132377"/>
              <a:ext cx="1805795" cy="1423492"/>
            </a:xfrm>
            <a:custGeom>
              <a:avLst/>
              <a:gdLst>
                <a:gd name="csX0" fmla="*/ 1318611 w 1805795"/>
                <a:gd name="csY0" fmla="*/ 82265 h 1423492"/>
                <a:gd name="csX1" fmla="*/ 1638318 w 1805795"/>
                <a:gd name="csY1" fmla="*/ 24778 h 1423492"/>
                <a:gd name="csX2" fmla="*/ 1805795 w 1805795"/>
                <a:gd name="csY2" fmla="*/ 0 h 1423492"/>
                <a:gd name="csX3" fmla="*/ 1771332 w 1805795"/>
                <a:gd name="csY3" fmla="*/ 127969 h 1423492"/>
                <a:gd name="csX4" fmla="*/ 1756507 w 1805795"/>
                <a:gd name="csY4" fmla="*/ 1237920 h 1423492"/>
                <a:gd name="csX5" fmla="*/ 1801194 w 1805795"/>
                <a:gd name="csY5" fmla="*/ 1423492 h 1423492"/>
                <a:gd name="csX6" fmla="*/ 1638317 w 1805795"/>
                <a:gd name="csY6" fmla="*/ 1399395 h 1423492"/>
                <a:gd name="csX7" fmla="*/ 0 w 1805795"/>
                <a:gd name="csY7" fmla="*/ 712086 h 1423492"/>
                <a:gd name="csX8" fmla="*/ 1318611 w 1805795"/>
                <a:gd name="csY8" fmla="*/ 82265 h 1423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05795" h="1423492">
                  <a:moveTo>
                    <a:pt x="1318611" y="82265"/>
                  </a:moveTo>
                  <a:cubicBezTo>
                    <a:pt x="1420449" y="62117"/>
                    <a:pt x="1527144" y="42930"/>
                    <a:pt x="1638318" y="24778"/>
                  </a:cubicBezTo>
                  <a:lnTo>
                    <a:pt x="1805795" y="0"/>
                  </a:lnTo>
                  <a:lnTo>
                    <a:pt x="1771332" y="127969"/>
                  </a:lnTo>
                  <a:cubicBezTo>
                    <a:pt x="1694114" y="482786"/>
                    <a:pt x="1685185" y="858603"/>
                    <a:pt x="1756507" y="1237920"/>
                  </a:cubicBezTo>
                  <a:lnTo>
                    <a:pt x="1801194" y="1423492"/>
                  </a:lnTo>
                  <a:lnTo>
                    <a:pt x="1638317" y="1399395"/>
                  </a:lnTo>
                  <a:cubicBezTo>
                    <a:pt x="637756" y="1236027"/>
                    <a:pt x="0" y="988792"/>
                    <a:pt x="0" y="712086"/>
                  </a:cubicBezTo>
                  <a:cubicBezTo>
                    <a:pt x="0" y="466126"/>
                    <a:pt x="503906" y="243450"/>
                    <a:pt x="1318611" y="82265"/>
                  </a:cubicBez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25D14709-7227-5D48-F3FD-26EA19F9772A}"/>
                </a:ext>
              </a:extLst>
            </p:cNvPr>
            <p:cNvSpPr/>
            <p:nvPr/>
          </p:nvSpPr>
          <p:spPr>
            <a:xfrm rot="638928">
              <a:off x="8763643" y="3463393"/>
              <a:ext cx="1802208" cy="1422333"/>
            </a:xfrm>
            <a:custGeom>
              <a:avLst/>
              <a:gdLst>
                <a:gd name="csX0" fmla="*/ 0 w 1802208"/>
                <a:gd name="csY0" fmla="*/ 0 h 1422333"/>
                <a:gd name="csX1" fmla="*/ 163890 w 1802208"/>
                <a:gd name="csY1" fmla="*/ 24247 h 1422333"/>
                <a:gd name="csX2" fmla="*/ 1802208 w 1802208"/>
                <a:gd name="csY2" fmla="*/ 711556 h 1422333"/>
                <a:gd name="csX3" fmla="*/ 163890 w 1802208"/>
                <a:gd name="csY3" fmla="*/ 1398863 h 1422333"/>
                <a:gd name="csX4" fmla="*/ 5251 w 1802208"/>
                <a:gd name="csY4" fmla="*/ 1422333 h 1422333"/>
                <a:gd name="csX5" fmla="*/ 34366 w 1802208"/>
                <a:gd name="csY5" fmla="*/ 1314224 h 1422333"/>
                <a:gd name="csX6" fmla="*/ 49191 w 1802208"/>
                <a:gd name="csY6" fmla="*/ 204274 h 1422333"/>
                <a:gd name="csX7" fmla="*/ 0 w 1802208"/>
                <a:gd name="csY7" fmla="*/ 0 h 1422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02208" h="1422333">
                  <a:moveTo>
                    <a:pt x="0" y="0"/>
                  </a:moveTo>
                  <a:lnTo>
                    <a:pt x="163890" y="24247"/>
                  </a:lnTo>
                  <a:cubicBezTo>
                    <a:pt x="1164451" y="187614"/>
                    <a:pt x="1802208" y="434850"/>
                    <a:pt x="1802208" y="711556"/>
                  </a:cubicBezTo>
                  <a:cubicBezTo>
                    <a:pt x="1802208" y="988261"/>
                    <a:pt x="1164452" y="1235496"/>
                    <a:pt x="163890" y="1398863"/>
                  </a:cubicBezTo>
                  <a:lnTo>
                    <a:pt x="5251" y="1422333"/>
                  </a:lnTo>
                  <a:lnTo>
                    <a:pt x="34366" y="1314224"/>
                  </a:lnTo>
                  <a:cubicBezTo>
                    <a:pt x="111584" y="959408"/>
                    <a:pt x="120513" y="583591"/>
                    <a:pt x="49191" y="204274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53D8DE3-22A6-D21E-0EBB-B6407D502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9173959" y="3113075"/>
              <a:ext cx="1113075" cy="8716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53E9649F-2A05-365E-3688-8E266354D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3454277" y="3077617"/>
              <a:ext cx="1113075" cy="871600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4D1B37CC-0500-1DBC-BBFC-FC10806BC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382844"/>
              <a:ext cx="1113075" cy="871600"/>
            </a:xfrm>
            <a:prstGeom prst="rect">
              <a:avLst/>
            </a:prstGeom>
          </p:spPr>
        </p:pic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DD86A33A-DCFC-4996-38C8-E85B2ED48359}"/>
                </a:ext>
              </a:extLst>
            </p:cNvPr>
            <p:cNvSpPr/>
            <p:nvPr/>
          </p:nvSpPr>
          <p:spPr>
            <a:xfrm rot="17645075">
              <a:off x="7773368" y="2884674"/>
              <a:ext cx="449842" cy="352541"/>
            </a:xfrm>
            <a:prstGeom prst="triangle">
              <a:avLst/>
            </a:prstGeom>
            <a:solidFill>
              <a:srgbClr val="172C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6569C471-06FF-B180-FC4D-B549566525EF}"/>
                </a:ext>
              </a:extLst>
            </p:cNvPr>
            <p:cNvSpPr/>
            <p:nvPr/>
          </p:nvSpPr>
          <p:spPr>
            <a:xfrm rot="20837566" flipH="1">
              <a:off x="5029484" y="2654548"/>
              <a:ext cx="1225734" cy="821911"/>
            </a:xfrm>
            <a:prstGeom prst="triangle">
              <a:avLst>
                <a:gd name="adj" fmla="val 53339"/>
              </a:avLst>
            </a:prstGeom>
            <a:gradFill>
              <a:gsLst>
                <a:gs pos="5000">
                  <a:srgbClr val="E94B25"/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08A70FEE-9ABD-5406-7A1E-0D0BE34D6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32" b="93960" l="4222" r="91029">
                          <a14:foregroundMark x1="8971" y1="28859" x2="7652" y2="38926"/>
                          <a14:foregroundMark x1="4749" y1="47315" x2="4749" y2="47315"/>
                          <a14:foregroundMark x1="44327" y1="89262" x2="48285" y2="94295"/>
                          <a14:foregroundMark x1="91029" y1="56711" x2="91029" y2="567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943762" y="2112526"/>
              <a:ext cx="1113075" cy="8716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EA2117E-6413-3CF4-0F8D-22A6904BDD6B}"/>
                </a:ext>
              </a:extLst>
            </p:cNvPr>
            <p:cNvSpPr txBox="1"/>
            <p:nvPr/>
          </p:nvSpPr>
          <p:spPr>
            <a:xfrm>
              <a:off x="5122763" y="1806621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27A09AC-FDE8-6C2E-CDA8-7B7D4A0545CA}"/>
                </a:ext>
              </a:extLst>
            </p:cNvPr>
            <p:cNvSpPr txBox="1"/>
            <p:nvPr/>
          </p:nvSpPr>
          <p:spPr>
            <a:xfrm>
              <a:off x="9306518" y="3978697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LEO</a:t>
              </a:r>
              <a:endPara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786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5" name="그룹 2154">
            <a:extLst>
              <a:ext uri="{FF2B5EF4-FFF2-40B4-BE49-F238E27FC236}">
                <a16:creationId xmlns:a16="http://schemas.microsoft.com/office/drawing/2014/main" id="{9B0E14F0-62A3-6C4A-3817-0FF2FE07C6A7}"/>
              </a:ext>
            </a:extLst>
          </p:cNvPr>
          <p:cNvGrpSpPr/>
          <p:nvPr/>
        </p:nvGrpSpPr>
        <p:grpSpPr>
          <a:xfrm>
            <a:off x="1079431" y="0"/>
            <a:ext cx="10033138" cy="6688800"/>
            <a:chOff x="1079431" y="0"/>
            <a:chExt cx="10033138" cy="668880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C767F0-99C2-1191-2BAD-7ED256A18469}"/>
                </a:ext>
              </a:extLst>
            </p:cNvPr>
            <p:cNvSpPr/>
            <p:nvPr/>
          </p:nvSpPr>
          <p:spPr>
            <a:xfrm>
              <a:off x="1079431" y="0"/>
              <a:ext cx="10033138" cy="668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9" name="타원 2078">
              <a:extLst>
                <a:ext uri="{FF2B5EF4-FFF2-40B4-BE49-F238E27FC236}">
                  <a16:creationId xmlns:a16="http://schemas.microsoft.com/office/drawing/2014/main" id="{5749C476-E07F-E96E-F0B5-54F26A893371}"/>
                </a:ext>
              </a:extLst>
            </p:cNvPr>
            <p:cNvSpPr>
              <a:spLocks/>
            </p:cNvSpPr>
            <p:nvPr/>
          </p:nvSpPr>
          <p:spPr>
            <a:xfrm>
              <a:off x="1444529" y="3279763"/>
              <a:ext cx="9356215" cy="305139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41" dirty="0"/>
            </a:p>
          </p:txBody>
        </p:sp>
        <p:sp>
          <p:nvSpPr>
            <p:cNvPr id="2140" name="이등변 삼각형 2139">
              <a:extLst>
                <a:ext uri="{FF2B5EF4-FFF2-40B4-BE49-F238E27FC236}">
                  <a16:creationId xmlns:a16="http://schemas.microsoft.com/office/drawing/2014/main" id="{E70B1FCB-1EE6-C459-FC65-25FC5CD7C1DB}"/>
                </a:ext>
              </a:extLst>
            </p:cNvPr>
            <p:cNvSpPr/>
            <p:nvPr/>
          </p:nvSpPr>
          <p:spPr>
            <a:xfrm rot="1119645">
              <a:off x="8660606" y="2900848"/>
              <a:ext cx="1866726" cy="1785641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80" name="그룹 2079">
              <a:extLst>
                <a:ext uri="{FF2B5EF4-FFF2-40B4-BE49-F238E27FC236}">
                  <a16:creationId xmlns:a16="http://schemas.microsoft.com/office/drawing/2014/main" id="{9492220F-A70B-3A96-31F0-20AA49F3802E}"/>
                </a:ext>
              </a:extLst>
            </p:cNvPr>
            <p:cNvGrpSpPr/>
            <p:nvPr/>
          </p:nvGrpSpPr>
          <p:grpSpPr>
            <a:xfrm>
              <a:off x="2815809" y="4397254"/>
              <a:ext cx="7497068" cy="1447565"/>
              <a:chOff x="3156585" y="4355102"/>
              <a:chExt cx="6815516" cy="1315968"/>
            </a:xfrm>
          </p:grpSpPr>
          <p:sp>
            <p:nvSpPr>
              <p:cNvPr id="32" name="평행 사변형 31">
                <a:extLst>
                  <a:ext uri="{FF2B5EF4-FFF2-40B4-BE49-F238E27FC236}">
                    <a16:creationId xmlns:a16="http://schemas.microsoft.com/office/drawing/2014/main" id="{DDAF2A95-140D-BB9D-9219-AC22D0DB2A62}"/>
                  </a:ext>
                </a:extLst>
              </p:cNvPr>
              <p:cNvSpPr>
                <a:spLocks/>
              </p:cNvSpPr>
              <p:nvPr/>
            </p:nvSpPr>
            <p:spPr>
              <a:xfrm rot="10071051" flipH="1">
                <a:off x="3156585" y="4781881"/>
                <a:ext cx="6815516" cy="462410"/>
              </a:xfrm>
              <a:prstGeom prst="parallelogram">
                <a:avLst>
                  <a:gd name="adj" fmla="val 121671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9426366-FEFE-5E21-86F8-5479A53CCE77}"/>
                  </a:ext>
                </a:extLst>
              </p:cNvPr>
              <p:cNvCxnSpPr>
                <a:cxnSpLocks/>
                <a:stCxn id="32" idx="5"/>
                <a:endCxn id="32" idx="2"/>
              </p:cNvCxnSpPr>
              <p:nvPr/>
            </p:nvCxnSpPr>
            <p:spPr>
              <a:xfrm flipV="1">
                <a:off x="3507917" y="4355102"/>
                <a:ext cx="6112852" cy="1315968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74" name="Google Shape;224;p13">
              <a:extLst>
                <a:ext uri="{FF2B5EF4-FFF2-40B4-BE49-F238E27FC236}">
                  <a16:creationId xmlns:a16="http://schemas.microsoft.com/office/drawing/2014/main" id="{1075CEB8-19AB-4D61-18C2-582F184320D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122636" y="759664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7" name="Google Shape;224;p13">
              <a:extLst>
                <a:ext uri="{FF2B5EF4-FFF2-40B4-BE49-F238E27FC236}">
                  <a16:creationId xmlns:a16="http://schemas.microsoft.com/office/drawing/2014/main" id="{9815BEB5-4684-4B59-5CD9-D1D31CD8F76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801678">
              <a:off x="9295554" y="2634905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8" name="이등변 삼각형 2127">
              <a:extLst>
                <a:ext uri="{FF2B5EF4-FFF2-40B4-BE49-F238E27FC236}">
                  <a16:creationId xmlns:a16="http://schemas.microsoft.com/office/drawing/2014/main" id="{9C869683-DA8C-8B41-D0A1-24D99704324B}"/>
                </a:ext>
              </a:extLst>
            </p:cNvPr>
            <p:cNvSpPr/>
            <p:nvPr/>
          </p:nvSpPr>
          <p:spPr>
            <a:xfrm rot="20423912">
              <a:off x="1715296" y="2260321"/>
              <a:ext cx="2109845" cy="3132598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73" name="Google Shape;224;p13">
              <a:extLst>
                <a:ext uri="{FF2B5EF4-FFF2-40B4-BE49-F238E27FC236}">
                  <a16:creationId xmlns:a16="http://schemas.microsoft.com/office/drawing/2014/main" id="{074A5397-18E0-3651-18C3-6A3A1803DBB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20527305">
              <a:off x="1743621" y="1944084"/>
              <a:ext cx="1093488" cy="903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2" name="Google Shape;108;p13">
              <a:extLst>
                <a:ext uri="{FF2B5EF4-FFF2-40B4-BE49-F238E27FC236}">
                  <a16:creationId xmlns:a16="http://schemas.microsoft.com/office/drawing/2014/main" id="{579F0749-5A90-8668-E4A1-740C9DADEF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88574" y="2738888"/>
              <a:ext cx="1780573" cy="186111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30" name="직선 화살표 연결선 2129">
              <a:extLst>
                <a:ext uri="{FF2B5EF4-FFF2-40B4-BE49-F238E27FC236}">
                  <a16:creationId xmlns:a16="http://schemas.microsoft.com/office/drawing/2014/main" id="{BF112E75-F0CE-007E-2CC1-2D4437922ABC}"/>
                </a:ext>
              </a:extLst>
            </p:cNvPr>
            <p:cNvCxnSpPr>
              <a:cxnSpLocks/>
              <a:stCxn id="2073" idx="3"/>
              <a:endCxn id="2074" idx="1"/>
            </p:cNvCxnSpPr>
            <p:nvPr/>
          </p:nvCxnSpPr>
          <p:spPr>
            <a:xfrm flipV="1">
              <a:off x="2810707" y="1211519"/>
              <a:ext cx="3311929" cy="1016572"/>
            </a:xfrm>
            <a:prstGeom prst="straightConnector1">
              <a:avLst/>
            </a:prstGeom>
            <a:ln w="381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직선 화살표 연결선 2135">
              <a:extLst>
                <a:ext uri="{FF2B5EF4-FFF2-40B4-BE49-F238E27FC236}">
                  <a16:creationId xmlns:a16="http://schemas.microsoft.com/office/drawing/2014/main" id="{C0399829-F199-3420-51C7-0512C5C09F1E}"/>
                </a:ext>
              </a:extLst>
            </p:cNvPr>
            <p:cNvCxnSpPr>
              <a:cxnSpLocks/>
              <a:stCxn id="2074" idx="3"/>
              <a:endCxn id="2077" idx="1"/>
            </p:cNvCxnSpPr>
            <p:nvPr/>
          </p:nvCxnSpPr>
          <p:spPr>
            <a:xfrm>
              <a:off x="7216124" y="1211519"/>
              <a:ext cx="2152813" cy="1601638"/>
            </a:xfrm>
            <a:prstGeom prst="straightConnector1">
              <a:avLst/>
            </a:prstGeom>
            <a:ln w="3810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C5A9781C-608F-6ED6-A60C-2DE16416753D}"/>
                </a:ext>
              </a:extLst>
            </p:cNvPr>
            <p:cNvSpPr/>
            <p:nvPr/>
          </p:nvSpPr>
          <p:spPr>
            <a:xfrm>
              <a:off x="2290366" y="5015272"/>
              <a:ext cx="2553488" cy="9708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AF59239A-C521-8520-029F-B01BD940C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119578" y="4759781"/>
              <a:ext cx="801198" cy="859531"/>
            </a:xfrm>
            <a:prstGeom prst="rect">
              <a:avLst/>
            </a:prstGeom>
          </p:spPr>
        </p:pic>
        <p:pic>
          <p:nvPicPr>
            <p:cNvPr id="2066" name="Google Shape;149;p13">
              <a:extLst>
                <a:ext uri="{FF2B5EF4-FFF2-40B4-BE49-F238E27FC236}">
                  <a16:creationId xmlns:a16="http://schemas.microsoft.com/office/drawing/2014/main" id="{9B0D1876-DDA9-F600-8712-195FD79B240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56118" y="4759781"/>
              <a:ext cx="1195855" cy="1116095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sp>
          <p:nvSpPr>
            <p:cNvPr id="2143" name="이등변 삼각형 2142">
              <a:extLst>
                <a:ext uri="{FF2B5EF4-FFF2-40B4-BE49-F238E27FC236}">
                  <a16:creationId xmlns:a16="http://schemas.microsoft.com/office/drawing/2014/main" id="{21B28A91-55B8-5FB3-A4AB-D1145944D0D3}"/>
                </a:ext>
              </a:extLst>
            </p:cNvPr>
            <p:cNvSpPr/>
            <p:nvPr/>
          </p:nvSpPr>
          <p:spPr>
            <a:xfrm>
              <a:off x="5095496" y="1242269"/>
              <a:ext cx="3089721" cy="2653703"/>
            </a:xfrm>
            <a:prstGeom prst="triangle">
              <a:avLst>
                <a:gd name="adj" fmla="val 50467"/>
              </a:avLst>
            </a:prstGeom>
            <a:gradFill>
              <a:gsLst>
                <a:gs pos="5000">
                  <a:srgbClr val="65D7FF">
                    <a:alpha val="43000"/>
                  </a:srgbClr>
                </a:gs>
                <a:gs pos="100000">
                  <a:schemeClr val="bg1">
                    <a:alpha val="4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2F6C91D4-D250-439E-425D-A731E470E942}"/>
                </a:ext>
              </a:extLst>
            </p:cNvPr>
            <p:cNvSpPr/>
            <p:nvPr/>
          </p:nvSpPr>
          <p:spPr>
            <a:xfrm>
              <a:off x="5095497" y="3345737"/>
              <a:ext cx="3089721" cy="1292262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BEAFF3D8-A558-02E7-1044-5479C6549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157684" y="3162468"/>
              <a:ext cx="801198" cy="859531"/>
            </a:xfrm>
            <a:prstGeom prst="rect">
              <a:avLst/>
            </a:prstGeom>
          </p:spPr>
        </p:pic>
        <p:pic>
          <p:nvPicPr>
            <p:cNvPr id="2067" name="그림 2066">
              <a:extLst>
                <a:ext uri="{FF2B5EF4-FFF2-40B4-BE49-F238E27FC236}">
                  <a16:creationId xmlns:a16="http://schemas.microsoft.com/office/drawing/2014/main" id="{091FD286-E33B-37B7-2911-3099A8B2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6427985" y="3562102"/>
              <a:ext cx="801198" cy="859531"/>
            </a:xfrm>
            <a:prstGeom prst="rect">
              <a:avLst/>
            </a:prstGeom>
          </p:spPr>
        </p:pic>
        <p:pic>
          <p:nvPicPr>
            <p:cNvPr id="2123" name="그림 2122">
              <a:extLst>
                <a:ext uri="{FF2B5EF4-FFF2-40B4-BE49-F238E27FC236}">
                  <a16:creationId xmlns:a16="http://schemas.microsoft.com/office/drawing/2014/main" id="{B35533C7-ECB7-3955-9903-19CCFB57E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417780" y="3104074"/>
              <a:ext cx="801198" cy="859531"/>
            </a:xfrm>
            <a:prstGeom prst="rect">
              <a:avLst/>
            </a:prstGeom>
          </p:spPr>
        </p:pic>
        <p:sp>
          <p:nvSpPr>
            <p:cNvPr id="2147" name="타원 2146">
              <a:extLst>
                <a:ext uri="{FF2B5EF4-FFF2-40B4-BE49-F238E27FC236}">
                  <a16:creationId xmlns:a16="http://schemas.microsoft.com/office/drawing/2014/main" id="{9F900132-B9B6-D3DE-30E3-55EB81976770}"/>
                </a:ext>
              </a:extLst>
            </p:cNvPr>
            <p:cNvSpPr/>
            <p:nvPr/>
          </p:nvSpPr>
          <p:spPr>
            <a:xfrm rot="1368342">
              <a:off x="8131739" y="4380510"/>
              <a:ext cx="2110321" cy="106798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33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1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F9BBFD4-A84B-609C-27C4-1755B6054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364040" y="4775144"/>
              <a:ext cx="801198" cy="859531"/>
            </a:xfrm>
            <a:prstGeom prst="rect">
              <a:avLst/>
            </a:prstGeom>
          </p:spPr>
        </p:pic>
        <p:pic>
          <p:nvPicPr>
            <p:cNvPr id="28" name="Google Shape;149;p13">
              <a:extLst>
                <a:ext uri="{FF2B5EF4-FFF2-40B4-BE49-F238E27FC236}">
                  <a16:creationId xmlns:a16="http://schemas.microsoft.com/office/drawing/2014/main" id="{B0A14CA4-6D78-DF7D-DE4C-A76CB6FFBCB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75369" y="3786685"/>
              <a:ext cx="1195855" cy="1116095"/>
            </a:xfrm>
            <a:prstGeom prst="rect">
              <a:avLst/>
            </a:prstGeom>
            <a:noFill/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2149" name="Google Shape;108;p13">
              <a:extLst>
                <a:ext uri="{FF2B5EF4-FFF2-40B4-BE49-F238E27FC236}">
                  <a16:creationId xmlns:a16="http://schemas.microsoft.com/office/drawing/2014/main" id="{F00B6BB3-8005-0DFE-DD07-6177EE6EC69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23657" y="4344732"/>
              <a:ext cx="1780573" cy="1861114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" name="TextBox 2150">
                  <a:extLst>
                    <a:ext uri="{FF2B5EF4-FFF2-40B4-BE49-F238E27FC236}">
                      <a16:creationId xmlns:a16="http://schemas.microsoft.com/office/drawing/2014/main" id="{BA070FA4-AF87-365D-AA14-482E90FD6ECA}"/>
                    </a:ext>
                  </a:extLst>
                </p:cNvPr>
                <p:cNvSpPr txBox="1"/>
                <p:nvPr/>
              </p:nvSpPr>
              <p:spPr>
                <a:xfrm>
                  <a:off x="1707542" y="1365862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1" name="TextBox 2150">
                  <a:extLst>
                    <a:ext uri="{FF2B5EF4-FFF2-40B4-BE49-F238E27FC236}">
                      <a16:creationId xmlns:a16="http://schemas.microsoft.com/office/drawing/2014/main" id="{BA070FA4-AF87-365D-AA14-482E90FD6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7542" y="1365862"/>
                  <a:ext cx="82407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9630" t="-6034" r="-9630" b="-103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2" name="TextBox 2151">
                  <a:extLst>
                    <a:ext uri="{FF2B5EF4-FFF2-40B4-BE49-F238E27FC236}">
                      <a16:creationId xmlns:a16="http://schemas.microsoft.com/office/drawing/2014/main" id="{4DC0C4A7-C271-82F2-B2FB-8EDE8A49E17A}"/>
                    </a:ext>
                  </a:extLst>
                </p:cNvPr>
                <p:cNvSpPr txBox="1"/>
                <p:nvPr/>
              </p:nvSpPr>
              <p:spPr>
                <a:xfrm>
                  <a:off x="5482644" y="455708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2" name="TextBox 2151">
                  <a:extLst>
                    <a:ext uri="{FF2B5EF4-FFF2-40B4-BE49-F238E27FC236}">
                      <a16:creationId xmlns:a16="http://schemas.microsoft.com/office/drawing/2014/main" id="{4DC0C4A7-C271-82F2-B2FB-8EDE8A49E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644" y="455708"/>
                  <a:ext cx="824072" cy="707886"/>
                </a:xfrm>
                <a:prstGeom prst="rect">
                  <a:avLst/>
                </a:prstGeom>
                <a:blipFill>
                  <a:blip r:embed="rId7"/>
                  <a:stretch>
                    <a:fillRect l="-9559" t="-6034" r="-8824" b="-103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" name="TextBox 2152">
                  <a:extLst>
                    <a:ext uri="{FF2B5EF4-FFF2-40B4-BE49-F238E27FC236}">
                      <a16:creationId xmlns:a16="http://schemas.microsoft.com/office/drawing/2014/main" id="{9FA66035-8C8E-6506-1855-3305A8B8612B}"/>
                    </a:ext>
                  </a:extLst>
                </p:cNvPr>
                <p:cNvSpPr txBox="1"/>
                <p:nvPr/>
              </p:nvSpPr>
              <p:spPr>
                <a:xfrm>
                  <a:off x="9717705" y="2117625"/>
                  <a:ext cx="82407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UAV</a:t>
                  </a:r>
                </a:p>
                <a:p>
                  <a:pPr algn="ctr"/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a14:m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53" name="TextBox 2152">
                  <a:extLst>
                    <a:ext uri="{FF2B5EF4-FFF2-40B4-BE49-F238E27FC236}">
                      <a16:creationId xmlns:a16="http://schemas.microsoft.com/office/drawing/2014/main" id="{9FA66035-8C8E-6506-1855-3305A8B86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7705" y="2117625"/>
                  <a:ext cx="824072" cy="707886"/>
                </a:xfrm>
                <a:prstGeom prst="rect">
                  <a:avLst/>
                </a:prstGeom>
                <a:blipFill>
                  <a:blip r:embed="rId8"/>
                  <a:stretch>
                    <a:fillRect l="-9630" t="-5983" r="-9630" b="-94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025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E4F8C04-6CA0-C2D3-3E1E-4ECFC1654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57" y="85054"/>
            <a:ext cx="10034886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45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592C-F01E-5173-47D4-CAB0BF1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B999936C-867E-B526-3897-6B702E8241DA}"/>
              </a:ext>
            </a:extLst>
          </p:cNvPr>
          <p:cNvGrpSpPr/>
          <p:nvPr/>
        </p:nvGrpSpPr>
        <p:grpSpPr>
          <a:xfrm>
            <a:off x="257189" y="282835"/>
            <a:ext cx="11637016" cy="6419675"/>
            <a:chOff x="257189" y="282835"/>
            <a:chExt cx="11637016" cy="64196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F5626F1-D46F-556B-2B0B-6D4946C29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64" y="282835"/>
              <a:ext cx="2563091" cy="2597727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BCE66F0-2CF4-FB43-D756-CF78F18531AE}"/>
                </a:ext>
              </a:extLst>
            </p:cNvPr>
            <p:cNvGrpSpPr/>
            <p:nvPr/>
          </p:nvGrpSpPr>
          <p:grpSpPr>
            <a:xfrm>
              <a:off x="9331114" y="3564844"/>
              <a:ext cx="2563091" cy="2597727"/>
              <a:chOff x="4686300" y="151989"/>
              <a:chExt cx="2819400" cy="28575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535BB7D0-4A5C-45BE-2EAA-80F314204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6300" y="151989"/>
                <a:ext cx="2819400" cy="2857500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EF8BFE4-02DF-7F19-1794-EF50A26C34DC}"/>
                  </a:ext>
                </a:extLst>
              </p:cNvPr>
              <p:cNvSpPr/>
              <p:nvPr/>
            </p:nvSpPr>
            <p:spPr>
              <a:xfrm>
                <a:off x="4686300" y="151989"/>
                <a:ext cx="2819400" cy="28575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EFFDF1B-7332-3AA0-5553-F32B58C34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4552"/>
            <a:stretch>
              <a:fillRect/>
            </a:stretch>
          </p:blipFill>
          <p:spPr>
            <a:xfrm>
              <a:off x="3314799" y="3429000"/>
              <a:ext cx="2433545" cy="327351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243144-FD58-1FB7-2A66-3F63B0D27B0C}"/>
                </a:ext>
              </a:extLst>
            </p:cNvPr>
            <p:cNvSpPr txBox="1"/>
            <p:nvPr/>
          </p:nvSpPr>
          <p:spPr>
            <a:xfrm>
              <a:off x="552446" y="3010448"/>
              <a:ext cx="2029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1.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지구 그림 </a:t>
              </a:r>
              <a:r>
                <a:rPr lang="ko-KR" altLang="en-US" dirty="0" err="1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구글링</a:t>
              </a:r>
              <a:endParaRPr lang="ko-KR" altLang="en-US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42C4D0-DD40-CCDC-23DE-52CCE339F5B7}"/>
                </a:ext>
              </a:extLst>
            </p:cNvPr>
            <p:cNvSpPr txBox="1"/>
            <p:nvPr/>
          </p:nvSpPr>
          <p:spPr>
            <a:xfrm>
              <a:off x="3460119" y="2806732"/>
              <a:ext cx="4721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2. (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필요에 따라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)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여백이 없도록 지구 그림 편집</a:t>
              </a: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70546E5-99F5-8BBC-BEBD-7A7416247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554" y="731664"/>
              <a:ext cx="5325218" cy="191479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71A1EC-7EA2-7C86-29B4-380E84FCBE36}"/>
                </a:ext>
              </a:extLst>
            </p:cNvPr>
            <p:cNvSpPr txBox="1"/>
            <p:nvPr/>
          </p:nvSpPr>
          <p:spPr>
            <a:xfrm>
              <a:off x="285764" y="6024470"/>
              <a:ext cx="25891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3.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그림과 같은 사이즈의 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사각형 도형 생성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FF4CBC1-9233-DB67-3DE6-67E5D0FA7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189" y="3853917"/>
              <a:ext cx="2924583" cy="201958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4C93C9-A84A-3CE1-5A5E-EC285142FFEC}"/>
                </a:ext>
              </a:extLst>
            </p:cNvPr>
            <p:cNvSpPr txBox="1"/>
            <p:nvPr/>
          </p:nvSpPr>
          <p:spPr>
            <a:xfrm>
              <a:off x="6000141" y="5101140"/>
              <a:ext cx="307917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4.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사각형 도형 서식 변경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:</a:t>
              </a:r>
            </a:p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-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단색 채우기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+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투명도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20%</a:t>
              </a:r>
            </a:p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-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선 없음</a:t>
              </a: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235DB04-4480-1F39-A76D-645EBFCDF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0163" y="3716176"/>
              <a:ext cx="2581635" cy="99073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BA3BE7-7CC4-5378-3D3A-F9F44EB66569}"/>
                </a:ext>
              </a:extLst>
            </p:cNvPr>
            <p:cNvSpPr txBox="1"/>
            <p:nvPr/>
          </p:nvSpPr>
          <p:spPr>
            <a:xfrm>
              <a:off x="9699588" y="6301469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5.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그림으로 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31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C168B1DE-FA8A-52F7-425A-07E6C8DC1E01}"/>
              </a:ext>
            </a:extLst>
          </p:cNvPr>
          <p:cNvGrpSpPr/>
          <p:nvPr/>
        </p:nvGrpSpPr>
        <p:grpSpPr>
          <a:xfrm>
            <a:off x="411459" y="201666"/>
            <a:ext cx="11369082" cy="6585113"/>
            <a:chOff x="411459" y="201666"/>
            <a:chExt cx="11369082" cy="658511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2A78A92-0355-4BD6-53E2-CBE0406BAD63}"/>
                </a:ext>
              </a:extLst>
            </p:cNvPr>
            <p:cNvSpPr/>
            <p:nvPr/>
          </p:nvSpPr>
          <p:spPr>
            <a:xfrm>
              <a:off x="9171650" y="2043835"/>
              <a:ext cx="2608891" cy="2608891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1C14EB6-FAA2-188E-B72B-BA596A43A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2020"/>
            <a:stretch>
              <a:fillRect/>
            </a:stretch>
          </p:blipFill>
          <p:spPr>
            <a:xfrm>
              <a:off x="449982" y="3257337"/>
              <a:ext cx="2619741" cy="352944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1E3EF12-55E2-EF5E-9C62-65CB98063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3108" y="279912"/>
              <a:ext cx="5010091" cy="297742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D560E33-FEB2-63F1-E509-BCCCE6F2D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1999" y="3448548"/>
              <a:ext cx="5011200" cy="3012635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015C784-E942-CBD5-A128-A2E2BBBE92C6}"/>
                </a:ext>
              </a:extLst>
            </p:cNvPr>
            <p:cNvSpPr/>
            <p:nvPr/>
          </p:nvSpPr>
          <p:spPr>
            <a:xfrm>
              <a:off x="411459" y="201666"/>
              <a:ext cx="2608891" cy="2608891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90622A-4585-7E8B-43E9-8D76BC5F729F}"/>
                </a:ext>
              </a:extLst>
            </p:cNvPr>
            <p:cNvSpPr txBox="1"/>
            <p:nvPr/>
          </p:nvSpPr>
          <p:spPr>
            <a:xfrm>
              <a:off x="1122632" y="2888005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6.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원 생성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C35C8B-257C-D695-D734-667AC41E0665}"/>
                </a:ext>
              </a:extLst>
            </p:cNvPr>
            <p:cNvSpPr txBox="1"/>
            <p:nvPr/>
          </p:nvSpPr>
          <p:spPr>
            <a:xfrm>
              <a:off x="1833807" y="4652726"/>
              <a:ext cx="14302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7.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그림 또는 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질감 채우기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9D4512-A8C5-F377-BC4F-08A240EB837C}"/>
                </a:ext>
              </a:extLst>
            </p:cNvPr>
            <p:cNvSpPr txBox="1"/>
            <p:nvPr/>
          </p:nvSpPr>
          <p:spPr>
            <a:xfrm>
              <a:off x="4771300" y="5321264"/>
              <a:ext cx="3201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8. 5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에서 저장한 그림 불러오기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038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1C3197-2465-6D66-10BD-3E4D45FEA4CC}"/>
              </a:ext>
            </a:extLst>
          </p:cNvPr>
          <p:cNvGrpSpPr/>
          <p:nvPr/>
        </p:nvGrpSpPr>
        <p:grpSpPr>
          <a:xfrm>
            <a:off x="-9032" y="99234"/>
            <a:ext cx="12118444" cy="6730786"/>
            <a:chOff x="-9032" y="99234"/>
            <a:chExt cx="12118444" cy="673078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50CF589-1533-A4C7-B79C-03A5FCB2C757}"/>
                </a:ext>
              </a:extLst>
            </p:cNvPr>
            <p:cNvSpPr/>
            <p:nvPr/>
          </p:nvSpPr>
          <p:spPr>
            <a:xfrm>
              <a:off x="4876624" y="3554529"/>
              <a:ext cx="2869780" cy="286978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45E5279D-EFF5-9644-C874-5E24D531D659}"/>
                </a:ext>
              </a:extLst>
            </p:cNvPr>
            <p:cNvSpPr/>
            <p:nvPr/>
          </p:nvSpPr>
          <p:spPr>
            <a:xfrm rot="20133363">
              <a:off x="539641" y="1087503"/>
              <a:ext cx="2870482" cy="914400"/>
            </a:xfrm>
            <a:custGeom>
              <a:avLst/>
              <a:gdLst>
                <a:gd name="csX0" fmla="*/ 2850600 w 2870482"/>
                <a:gd name="csY0" fmla="*/ 128351 h 914400"/>
                <a:gd name="csX1" fmla="*/ 2866879 w 2870482"/>
                <a:gd name="csY1" fmla="*/ 264156 h 914400"/>
                <a:gd name="csX2" fmla="*/ 2834642 w 2870482"/>
                <a:gd name="csY2" fmla="*/ 683145 h 914400"/>
                <a:gd name="csX3" fmla="*/ 2802926 w 2870482"/>
                <a:gd name="csY3" fmla="*/ 795478 h 914400"/>
                <a:gd name="csX4" fmla="*/ 2729519 w 2870482"/>
                <a:gd name="csY4" fmla="*/ 809997 h 914400"/>
                <a:gd name="csX5" fmla="*/ 1393200 w 2870482"/>
                <a:gd name="csY5" fmla="*/ 914400 h 914400"/>
                <a:gd name="csX6" fmla="*/ 218609 w 2870482"/>
                <a:gd name="csY6" fmla="*/ 836318 h 914400"/>
                <a:gd name="csX7" fmla="*/ 73778 w 2870482"/>
                <a:gd name="csY7" fmla="*/ 812748 h 914400"/>
                <a:gd name="csX8" fmla="*/ 49568 w 2870482"/>
                <a:gd name="csY8" fmla="*/ 737444 h 914400"/>
                <a:gd name="csX9" fmla="*/ 11127 w 2870482"/>
                <a:gd name="csY9" fmla="*/ 186085 h 914400"/>
                <a:gd name="csX10" fmla="*/ 24431 w 2870482"/>
                <a:gd name="csY10" fmla="*/ 110821 h 914400"/>
                <a:gd name="csX11" fmla="*/ 56881 w 2870482"/>
                <a:gd name="csY11" fmla="*/ 104402 h 914400"/>
                <a:gd name="csX12" fmla="*/ 1393200 w 2870482"/>
                <a:gd name="csY12" fmla="*/ 0 h 914400"/>
                <a:gd name="csX13" fmla="*/ 2729519 w 2870482"/>
                <a:gd name="csY13" fmla="*/ 104402 h 914400"/>
                <a:gd name="csX14" fmla="*/ 2850600 w 2870482"/>
                <a:gd name="csY14" fmla="*/ 12835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0482" h="914400">
                  <a:moveTo>
                    <a:pt x="2850600" y="128351"/>
                  </a:moveTo>
                  <a:lnTo>
                    <a:pt x="2866879" y="264156"/>
                  </a:lnTo>
                  <a:cubicBezTo>
                    <a:pt x="2876728" y="402632"/>
                    <a:pt x="2866519" y="543728"/>
                    <a:pt x="2834642" y="683145"/>
                  </a:cubicBezTo>
                  <a:lnTo>
                    <a:pt x="2802926" y="795478"/>
                  </a:lnTo>
                  <a:lnTo>
                    <a:pt x="2729519" y="809997"/>
                  </a:lnTo>
                  <a:cubicBezTo>
                    <a:pt x="2366373" y="875220"/>
                    <a:pt x="1900811" y="914400"/>
                    <a:pt x="1393200" y="914400"/>
                  </a:cubicBezTo>
                  <a:cubicBezTo>
                    <a:pt x="958105" y="914400"/>
                    <a:pt x="553903" y="885615"/>
                    <a:pt x="218609" y="836318"/>
                  </a:cubicBezTo>
                  <a:lnTo>
                    <a:pt x="73778" y="812748"/>
                  </a:lnTo>
                  <a:lnTo>
                    <a:pt x="49568" y="737444"/>
                  </a:lnTo>
                  <a:cubicBezTo>
                    <a:pt x="1733" y="560012"/>
                    <a:pt x="-12354" y="372831"/>
                    <a:pt x="11127" y="186085"/>
                  </a:cubicBezTo>
                  <a:lnTo>
                    <a:pt x="24431" y="110821"/>
                  </a:lnTo>
                  <a:lnTo>
                    <a:pt x="56881" y="104402"/>
                  </a:lnTo>
                  <a:cubicBezTo>
                    <a:pt x="420027" y="39180"/>
                    <a:pt x="885589" y="0"/>
                    <a:pt x="1393200" y="0"/>
                  </a:cubicBezTo>
                  <a:cubicBezTo>
                    <a:pt x="1900811" y="0"/>
                    <a:pt x="2366373" y="39180"/>
                    <a:pt x="2729519" y="104402"/>
                  </a:cubicBezTo>
                  <a:lnTo>
                    <a:pt x="2850600" y="12835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F11408C-3B22-9E55-734E-74B1236CE5F6}"/>
                </a:ext>
              </a:extLst>
            </p:cNvPr>
            <p:cNvSpPr/>
            <p:nvPr/>
          </p:nvSpPr>
          <p:spPr>
            <a:xfrm rot="20133363">
              <a:off x="179739" y="99234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FDB56B23-EEF2-0D2C-B69D-DA8FE235F350}"/>
                </a:ext>
              </a:extLst>
            </p:cNvPr>
            <p:cNvSpPr/>
            <p:nvPr/>
          </p:nvSpPr>
          <p:spPr>
            <a:xfrm rot="20133363">
              <a:off x="3190955" y="506491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92D71ECE-5AEE-334C-5E18-AD2A53FA0A33}"/>
                </a:ext>
              </a:extLst>
            </p:cNvPr>
            <p:cNvSpPr/>
            <p:nvPr/>
          </p:nvSpPr>
          <p:spPr>
            <a:xfrm rot="20133363">
              <a:off x="960947" y="1806356"/>
              <a:ext cx="2729148" cy="1004469"/>
            </a:xfrm>
            <a:custGeom>
              <a:avLst/>
              <a:gdLst>
                <a:gd name="csX0" fmla="*/ 2729148 w 2729148"/>
                <a:gd name="csY0" fmla="*/ 0 h 1004469"/>
                <a:gd name="csX1" fmla="*/ 2721704 w 2729148"/>
                <a:gd name="csY1" fmla="*/ 26366 h 1004469"/>
                <a:gd name="csX2" fmla="*/ 2667739 w 2729148"/>
                <a:gd name="csY2" fmla="*/ 162990 h 1004469"/>
                <a:gd name="csX3" fmla="*/ 767702 w 2729148"/>
                <a:gd name="csY3" fmla="*/ 875504 h 1004469"/>
                <a:gd name="csX4" fmla="*/ 17934 w 2729148"/>
                <a:gd name="csY4" fmla="*/ 73053 h 1004469"/>
                <a:gd name="csX5" fmla="*/ 0 w 2729148"/>
                <a:gd name="csY5" fmla="*/ 17270 h 1004469"/>
                <a:gd name="csX6" fmla="*/ 144831 w 2729148"/>
                <a:gd name="csY6" fmla="*/ 40840 h 1004469"/>
                <a:gd name="csX7" fmla="*/ 1319422 w 2729148"/>
                <a:gd name="csY7" fmla="*/ 118922 h 1004469"/>
                <a:gd name="csX8" fmla="*/ 2655741 w 2729148"/>
                <a:gd name="csY8" fmla="*/ 14519 h 1004469"/>
                <a:gd name="csX9" fmla="*/ 2729148 w 2729148"/>
                <a:gd name="csY9" fmla="*/ 0 h 100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29148" h="1004469">
                  <a:moveTo>
                    <a:pt x="2729148" y="0"/>
                  </a:moveTo>
                  <a:lnTo>
                    <a:pt x="2721704" y="26366"/>
                  </a:lnTo>
                  <a:cubicBezTo>
                    <a:pt x="2706203" y="72306"/>
                    <a:pt x="2688235" y="117900"/>
                    <a:pt x="2667739" y="162990"/>
                  </a:cubicBezTo>
                  <a:cubicBezTo>
                    <a:pt x="2339814" y="884426"/>
                    <a:pt x="1489138" y="1203430"/>
                    <a:pt x="767702" y="875504"/>
                  </a:cubicBezTo>
                  <a:cubicBezTo>
                    <a:pt x="406984" y="711542"/>
                    <a:pt x="146874" y="416891"/>
                    <a:pt x="17934" y="73053"/>
                  </a:cubicBezTo>
                  <a:lnTo>
                    <a:pt x="0" y="17270"/>
                  </a:lnTo>
                  <a:lnTo>
                    <a:pt x="144831" y="40840"/>
                  </a:lnTo>
                  <a:cubicBezTo>
                    <a:pt x="480125" y="90137"/>
                    <a:pt x="884327" y="118922"/>
                    <a:pt x="1319422" y="118922"/>
                  </a:cubicBezTo>
                  <a:cubicBezTo>
                    <a:pt x="1827033" y="118922"/>
                    <a:pt x="2292595" y="79742"/>
                    <a:pt x="2655741" y="14519"/>
                  </a:cubicBezTo>
                  <a:lnTo>
                    <a:pt x="2729148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6D0EB243-E62C-FD81-13A6-D54241C16DDC}"/>
                </a:ext>
              </a:extLst>
            </p:cNvPr>
            <p:cNvSpPr/>
            <p:nvPr/>
          </p:nvSpPr>
          <p:spPr>
            <a:xfrm rot="20133363">
              <a:off x="-9032" y="1922965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2065D22-0B3C-0901-08DA-E7D15A84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1410" y="334661"/>
              <a:ext cx="8158002" cy="225167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6A92C01-5EEE-5533-9B4E-D265BA4BE330}"/>
                </a:ext>
              </a:extLst>
            </p:cNvPr>
            <p:cNvSpPr/>
            <p:nvPr/>
          </p:nvSpPr>
          <p:spPr>
            <a:xfrm>
              <a:off x="5587999" y="1792750"/>
              <a:ext cx="829469" cy="25195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F5A1DC83-90F5-DFE4-F666-AAB144E92D4D}"/>
                </a:ext>
              </a:extLst>
            </p:cNvPr>
            <p:cNvSpPr/>
            <p:nvPr/>
          </p:nvSpPr>
          <p:spPr>
            <a:xfrm rot="20133363">
              <a:off x="437651" y="3656441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198175A2-B1EB-2B45-0137-AD08C2AB6B36}"/>
                </a:ext>
              </a:extLst>
            </p:cNvPr>
            <p:cNvSpPr/>
            <p:nvPr/>
          </p:nvSpPr>
          <p:spPr>
            <a:xfrm rot="20133363">
              <a:off x="3448867" y="4063698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A351305-ECA4-4D97-3278-F5F4EAE63223}"/>
                </a:ext>
              </a:extLst>
            </p:cNvPr>
            <p:cNvSpPr/>
            <p:nvPr/>
          </p:nvSpPr>
          <p:spPr>
            <a:xfrm rot="20133363">
              <a:off x="248880" y="5480172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09CD087B-6201-613D-50DD-483EA71EFB8F}"/>
                </a:ext>
              </a:extLst>
            </p:cNvPr>
            <p:cNvSpPr/>
            <p:nvPr/>
          </p:nvSpPr>
          <p:spPr>
            <a:xfrm rot="20133363">
              <a:off x="4546003" y="3620061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A968EEAF-EE79-214E-514A-B9473A4C4C6B}"/>
                </a:ext>
              </a:extLst>
            </p:cNvPr>
            <p:cNvSpPr/>
            <p:nvPr/>
          </p:nvSpPr>
          <p:spPr>
            <a:xfrm rot="20133363">
              <a:off x="7557219" y="4027318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B4298BF7-6503-EB58-310E-B7EB9415CFC6}"/>
                </a:ext>
              </a:extLst>
            </p:cNvPr>
            <p:cNvSpPr/>
            <p:nvPr/>
          </p:nvSpPr>
          <p:spPr>
            <a:xfrm rot="20133363">
              <a:off x="4357232" y="5443792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5B8758-0EC1-3D1D-3317-EBA1D1875DFA}"/>
                </a:ext>
              </a:extLst>
            </p:cNvPr>
            <p:cNvSpPr txBox="1"/>
            <p:nvPr/>
          </p:nvSpPr>
          <p:spPr>
            <a:xfrm>
              <a:off x="1669778" y="1282935"/>
              <a:ext cx="3129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3098EF-61DB-5697-D932-1A20A3053C9E}"/>
                </a:ext>
              </a:extLst>
            </p:cNvPr>
            <p:cNvSpPr txBox="1"/>
            <p:nvPr/>
          </p:nvSpPr>
          <p:spPr>
            <a:xfrm>
              <a:off x="2464124" y="1934929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8F12AC-A5F4-33C1-FA57-017EF6B9C129}"/>
                </a:ext>
              </a:extLst>
            </p:cNvPr>
            <p:cNvSpPr txBox="1"/>
            <p:nvPr/>
          </p:nvSpPr>
          <p:spPr>
            <a:xfrm>
              <a:off x="702845" y="6424309"/>
              <a:ext cx="3071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11</a:t>
              </a:r>
              <a:r>
                <a:rPr lang="en-US" altLang="ko-KR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.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9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번 그림 중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 1, 2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부분 삭제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7FB0C3-CAC1-D0AD-5E18-8FBD8A63AEC1}"/>
                </a:ext>
              </a:extLst>
            </p:cNvPr>
            <p:cNvSpPr txBox="1"/>
            <p:nvPr/>
          </p:nvSpPr>
          <p:spPr>
            <a:xfrm>
              <a:off x="4488953" y="6430751"/>
              <a:ext cx="3568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12.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이전에 만들어둔 지구와 겹치기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A495CE4-8F4A-A53B-EEAF-62434B5EA34C}"/>
                </a:ext>
              </a:extLst>
            </p:cNvPr>
            <p:cNvSpPr/>
            <p:nvPr/>
          </p:nvSpPr>
          <p:spPr>
            <a:xfrm>
              <a:off x="8680579" y="3590908"/>
              <a:ext cx="2869780" cy="286978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D5377DFB-31F2-97EA-CA70-9DBB08B7E239}"/>
                </a:ext>
              </a:extLst>
            </p:cNvPr>
            <p:cNvSpPr/>
            <p:nvPr/>
          </p:nvSpPr>
          <p:spPr>
            <a:xfrm rot="20133363">
              <a:off x="8349958" y="3656440"/>
              <a:ext cx="2826169" cy="1198885"/>
            </a:xfrm>
            <a:custGeom>
              <a:avLst/>
              <a:gdLst>
                <a:gd name="csX0" fmla="*/ 2004572 w 2826169"/>
                <a:gd name="csY0" fmla="*/ 128965 h 1198885"/>
                <a:gd name="csX1" fmla="*/ 2825972 w 2826169"/>
                <a:gd name="csY1" fmla="*/ 1197245 h 1198885"/>
                <a:gd name="csX2" fmla="*/ 2826169 w 2826169"/>
                <a:gd name="csY2" fmla="*/ 1198885 h 1198885"/>
                <a:gd name="csX3" fmla="*/ 2705088 w 2826169"/>
                <a:gd name="csY3" fmla="*/ 1174936 h 1198885"/>
                <a:gd name="csX4" fmla="*/ 1368769 w 2826169"/>
                <a:gd name="csY4" fmla="*/ 1070534 h 1198885"/>
                <a:gd name="csX5" fmla="*/ 32450 w 2826169"/>
                <a:gd name="csY5" fmla="*/ 1174936 h 1198885"/>
                <a:gd name="csX6" fmla="*/ 0 w 2826169"/>
                <a:gd name="csY6" fmla="*/ 1181355 h 1198885"/>
                <a:gd name="csX7" fmla="*/ 11410 w 2826169"/>
                <a:gd name="csY7" fmla="*/ 1116802 h 1198885"/>
                <a:gd name="csX8" fmla="*/ 104535 w 2826169"/>
                <a:gd name="csY8" fmla="*/ 841479 h 1198885"/>
                <a:gd name="csX9" fmla="*/ 2004572 w 2826169"/>
                <a:gd name="csY9" fmla="*/ 128965 h 1198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826169" h="1198885">
                  <a:moveTo>
                    <a:pt x="2004572" y="128965"/>
                  </a:moveTo>
                  <a:cubicBezTo>
                    <a:pt x="2455470" y="333918"/>
                    <a:pt x="2749167" y="743071"/>
                    <a:pt x="2825972" y="1197245"/>
                  </a:cubicBezTo>
                  <a:lnTo>
                    <a:pt x="2826169" y="1198885"/>
                  </a:lnTo>
                  <a:lnTo>
                    <a:pt x="2705088" y="1174936"/>
                  </a:lnTo>
                  <a:cubicBezTo>
                    <a:pt x="2341942" y="1109714"/>
                    <a:pt x="1876380" y="1070534"/>
                    <a:pt x="1368769" y="1070534"/>
                  </a:cubicBezTo>
                  <a:cubicBezTo>
                    <a:pt x="861158" y="1070534"/>
                    <a:pt x="395596" y="1109714"/>
                    <a:pt x="32450" y="1174936"/>
                  </a:cubicBezTo>
                  <a:lnTo>
                    <a:pt x="0" y="1181355"/>
                  </a:lnTo>
                  <a:lnTo>
                    <a:pt x="11410" y="1116802"/>
                  </a:lnTo>
                  <a:cubicBezTo>
                    <a:pt x="32662" y="1023857"/>
                    <a:pt x="63544" y="931658"/>
                    <a:pt x="104535" y="841479"/>
                  </a:cubicBezTo>
                  <a:cubicBezTo>
                    <a:pt x="432460" y="120043"/>
                    <a:pt x="1283136" y="-198961"/>
                    <a:pt x="2004572" y="128965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96F9ACCB-10D9-188B-3CCB-6F3C4F250312}"/>
                </a:ext>
              </a:extLst>
            </p:cNvPr>
            <p:cNvSpPr/>
            <p:nvPr/>
          </p:nvSpPr>
          <p:spPr>
            <a:xfrm rot="20133363">
              <a:off x="11361174" y="4063697"/>
              <a:ext cx="691097" cy="667127"/>
            </a:xfrm>
            <a:custGeom>
              <a:avLst/>
              <a:gdLst>
                <a:gd name="csX0" fmla="*/ 526004 w 691097"/>
                <a:gd name="csY0" fmla="*/ 150885 h 667127"/>
                <a:gd name="csX1" fmla="*/ 691097 w 691097"/>
                <a:gd name="csY1" fmla="*/ 328849 h 667127"/>
                <a:gd name="csX2" fmla="*/ 75780 w 691097"/>
                <a:gd name="csY2" fmla="*/ 652138 h 667127"/>
                <a:gd name="csX3" fmla="*/ 0 w 691097"/>
                <a:gd name="csY3" fmla="*/ 667127 h 667127"/>
                <a:gd name="csX4" fmla="*/ 31716 w 691097"/>
                <a:gd name="csY4" fmla="*/ 554794 h 667127"/>
                <a:gd name="csX5" fmla="*/ 63953 w 691097"/>
                <a:gd name="csY5" fmla="*/ 135805 h 667127"/>
                <a:gd name="csX6" fmla="*/ 47674 w 691097"/>
                <a:gd name="csY6" fmla="*/ 0 h 667127"/>
                <a:gd name="csX7" fmla="*/ 75780 w 691097"/>
                <a:gd name="csY7" fmla="*/ 5559 h 667127"/>
                <a:gd name="csX8" fmla="*/ 526004 w 691097"/>
                <a:gd name="csY8" fmla="*/ 150885 h 66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91097" h="667127">
                  <a:moveTo>
                    <a:pt x="526004" y="150885"/>
                  </a:moveTo>
                  <a:cubicBezTo>
                    <a:pt x="632312" y="205585"/>
                    <a:pt x="691097" y="265723"/>
                    <a:pt x="691097" y="328849"/>
                  </a:cubicBezTo>
                  <a:cubicBezTo>
                    <a:pt x="691097" y="455101"/>
                    <a:pt x="455955" y="569401"/>
                    <a:pt x="75780" y="652138"/>
                  </a:cubicBezTo>
                  <a:lnTo>
                    <a:pt x="0" y="667127"/>
                  </a:lnTo>
                  <a:lnTo>
                    <a:pt x="31716" y="554794"/>
                  </a:lnTo>
                  <a:cubicBezTo>
                    <a:pt x="63593" y="415377"/>
                    <a:pt x="73802" y="274281"/>
                    <a:pt x="63953" y="135805"/>
                  </a:cubicBezTo>
                  <a:lnTo>
                    <a:pt x="47674" y="0"/>
                  </a:lnTo>
                  <a:lnTo>
                    <a:pt x="75780" y="5559"/>
                  </a:lnTo>
                  <a:cubicBezTo>
                    <a:pt x="265868" y="46928"/>
                    <a:pt x="419697" y="96187"/>
                    <a:pt x="526004" y="150885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9668ED86-1E89-640B-A3E7-ABC7B3282F5D}"/>
                </a:ext>
              </a:extLst>
            </p:cNvPr>
            <p:cNvSpPr/>
            <p:nvPr/>
          </p:nvSpPr>
          <p:spPr>
            <a:xfrm rot="20133363">
              <a:off x="8161187" y="5480171"/>
              <a:ext cx="781401" cy="701927"/>
            </a:xfrm>
            <a:custGeom>
              <a:avLst/>
              <a:gdLst>
                <a:gd name="csX0" fmla="*/ 732054 w 781401"/>
                <a:gd name="csY0" fmla="*/ 0 h 701927"/>
                <a:gd name="csX1" fmla="*/ 718750 w 781401"/>
                <a:gd name="csY1" fmla="*/ 75264 h 701927"/>
                <a:gd name="csX2" fmla="*/ 757191 w 781401"/>
                <a:gd name="csY2" fmla="*/ 626623 h 701927"/>
                <a:gd name="csX3" fmla="*/ 781401 w 781401"/>
                <a:gd name="csY3" fmla="*/ 701927 h 701927"/>
                <a:gd name="csX4" fmla="*/ 764504 w 781401"/>
                <a:gd name="csY4" fmla="*/ 699177 h 701927"/>
                <a:gd name="csX5" fmla="*/ 0 w 781401"/>
                <a:gd name="csY5" fmla="*/ 346380 h 701927"/>
                <a:gd name="csX6" fmla="*/ 615317 w 781401"/>
                <a:gd name="csY6" fmla="*/ 23090 h 701927"/>
                <a:gd name="csX7" fmla="*/ 732054 w 781401"/>
                <a:gd name="csY7" fmla="*/ 0 h 70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1401" h="701927">
                  <a:moveTo>
                    <a:pt x="732054" y="0"/>
                  </a:moveTo>
                  <a:lnTo>
                    <a:pt x="718750" y="75264"/>
                  </a:lnTo>
                  <a:cubicBezTo>
                    <a:pt x="695269" y="262010"/>
                    <a:pt x="709356" y="449191"/>
                    <a:pt x="757191" y="626623"/>
                  </a:cubicBezTo>
                  <a:lnTo>
                    <a:pt x="781401" y="701927"/>
                  </a:lnTo>
                  <a:lnTo>
                    <a:pt x="764504" y="699177"/>
                  </a:lnTo>
                  <a:cubicBezTo>
                    <a:pt x="297602" y="615320"/>
                    <a:pt x="0" y="488413"/>
                    <a:pt x="0" y="346380"/>
                  </a:cubicBezTo>
                  <a:cubicBezTo>
                    <a:pt x="0" y="220127"/>
                    <a:pt x="235143" y="105827"/>
                    <a:pt x="615317" y="23090"/>
                  </a:cubicBezTo>
                  <a:lnTo>
                    <a:pt x="732054" y="0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E2A308-51B6-23DA-DE4D-1A4B4B9E9CD4}"/>
                </a:ext>
              </a:extLst>
            </p:cNvPr>
            <p:cNvSpPr txBox="1"/>
            <p:nvPr/>
          </p:nvSpPr>
          <p:spPr>
            <a:xfrm>
              <a:off x="5855351" y="39399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3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249E03-E17E-D4FD-C4B1-F412622F53AC}"/>
                </a:ext>
              </a:extLst>
            </p:cNvPr>
            <p:cNvSpPr txBox="1"/>
            <p:nvPr/>
          </p:nvSpPr>
          <p:spPr>
            <a:xfrm>
              <a:off x="7691242" y="4176652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4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03699-C997-E9A7-AF58-1A11DF449EA6}"/>
                </a:ext>
              </a:extLst>
            </p:cNvPr>
            <p:cNvSpPr txBox="1"/>
            <p:nvPr/>
          </p:nvSpPr>
          <p:spPr>
            <a:xfrm>
              <a:off x="4579671" y="5541063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4</a:t>
              </a:r>
              <a:endParaRPr lang="ko-KR" altLang="en-US" sz="2400" dirty="0">
                <a:solidFill>
                  <a:schemeClr val="bg1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8FE2B6-E90D-A9E3-8D7A-07F115293610}"/>
                </a:ext>
              </a:extLst>
            </p:cNvPr>
            <p:cNvSpPr txBox="1"/>
            <p:nvPr/>
          </p:nvSpPr>
          <p:spPr>
            <a:xfrm>
              <a:off x="8680579" y="6460688"/>
              <a:ext cx="2961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13. 3, 4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배경 투명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/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선 점선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F2B031-19A0-A978-874F-77F161A2E248}"/>
                </a:ext>
              </a:extLst>
            </p:cNvPr>
            <p:cNvSpPr txBox="1"/>
            <p:nvPr/>
          </p:nvSpPr>
          <p:spPr>
            <a:xfrm>
              <a:off x="7921817" y="1839899"/>
              <a:ext cx="3647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10.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도형 서식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-&gt;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도형 병합 </a:t>
              </a:r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-&gt;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조각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8956CD-8772-F915-A0BD-0C8CEFC6FCC2}"/>
                </a:ext>
              </a:extLst>
            </p:cNvPr>
            <p:cNvSpPr txBox="1"/>
            <p:nvPr/>
          </p:nvSpPr>
          <p:spPr>
            <a:xfrm>
              <a:off x="301336" y="2896946"/>
              <a:ext cx="40879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9. </a:t>
              </a:r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전에 만든 지구와 같은 크기의 원 생성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  <a:p>
              <a:r>
                <a:rPr lang="ko-KR" altLang="en-US" dirty="0">
                  <a:latin typeface="SB 어그로 Medium" panose="02020603020101020101" pitchFamily="18" charset="-127"/>
                  <a:ea typeface="SB 어그로 Medium" panose="02020603020101020101" pitchFamily="18" charset="-127"/>
                  <a:cs typeface="Cascadia Mono" pitchFamily="50" charset="0"/>
                </a:rPr>
                <a:t>타원 생성 후 원과 중앙 배열</a:t>
              </a:r>
              <a:endParaRPr lang="en-US" altLang="ko-KR" dirty="0">
                <a:latin typeface="SB 어그로 Medium" panose="02020603020101020101" pitchFamily="18" charset="-127"/>
                <a:ea typeface="SB 어그로 Medium" panose="02020603020101020101" pitchFamily="18" charset="-127"/>
                <a:cs typeface="Cascadia Mono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45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189</Words>
  <Application>Microsoft Office PowerPoint</Application>
  <PresentationFormat>와이드스크린</PresentationFormat>
  <Paragraphs>76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SB 어그로 Medium</vt:lpstr>
      <vt:lpstr>맑은 고딕</vt:lpstr>
      <vt:lpstr>Arial</vt:lpstr>
      <vt:lpstr>Cambria Math</vt:lpstr>
      <vt:lpstr>Gill Sans MT</vt:lpstr>
      <vt:lpstr>Montserrat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김상민[ 대학원석·박사통합과정수료연구(재학) / 전기전자공학과 ]</dc:creator>
  <cp:lastModifiedBy>김상민[ 대학원석·박사통합과정수료연구(재학) / 전기전자공학과 ]</cp:lastModifiedBy>
  <cp:revision>2</cp:revision>
  <dcterms:created xsi:type="dcterms:W3CDTF">2026-03-06T03:18:41Z</dcterms:created>
  <dcterms:modified xsi:type="dcterms:W3CDTF">2026-03-06T04:11:01Z</dcterms:modified>
</cp:coreProperties>
</file>